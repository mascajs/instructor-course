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a1c42871c8e448b" /><Relationship Type="http://schemas.openxmlformats.org/officeDocument/2006/relationships/extended-properties" Target="/docProps/app.xml" Id="R095ed099817c43c5" /><Relationship Type="http://schemas.openxmlformats.org/officeDocument/2006/relationships/officeDocument" Target="/ppt/presentation.xml" Id="Redf7e2ad21424fd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74d544bfe7e44a6"/>
  </p:sldMasterIdLst>
  <p:notesMasterIdLst>
    <p:notesMasterId xmlns:r="http://schemas.openxmlformats.org/officeDocument/2006/relationships" r:id="Rc3a33da4139e416e"/>
  </p:notesMasterIdLst>
  <p:sldIdLst>
    <p:sldId xmlns:r="http://schemas.openxmlformats.org/officeDocument/2006/relationships" id="256" r:id="R9cca593dd63e4ea5"/>
    <p:sldId xmlns:r="http://schemas.openxmlformats.org/officeDocument/2006/relationships" id="257" r:id="R552355c898a34531"/>
    <p:sldId xmlns:r="http://schemas.openxmlformats.org/officeDocument/2006/relationships" id="258" r:id="Rabf37a4f66a9402c"/>
    <p:sldId xmlns:r="http://schemas.openxmlformats.org/officeDocument/2006/relationships" id="259" r:id="R297ba8fb7dea42ec"/>
    <p:sldId xmlns:r="http://schemas.openxmlformats.org/officeDocument/2006/relationships" id="260" r:id="R6878f417bc6e443d"/>
    <p:sldId xmlns:r="http://schemas.openxmlformats.org/officeDocument/2006/relationships" id="261" r:id="R45c6626858b94d8b"/>
    <p:sldId xmlns:r="http://schemas.openxmlformats.org/officeDocument/2006/relationships" id="262" r:id="Rc54b843c6c85454e"/>
    <p:sldId xmlns:r="http://schemas.openxmlformats.org/officeDocument/2006/relationships" id="263" r:id="R7efdef5c5b3244f9"/>
    <p:sldId xmlns:r="http://schemas.openxmlformats.org/officeDocument/2006/relationships" id="264" r:id="R94665e568c4f4872"/>
    <p:sldId xmlns:r="http://schemas.openxmlformats.org/officeDocument/2006/relationships" id="265" r:id="Rfa0d167ef64f44f2"/>
    <p:sldId xmlns:r="http://schemas.openxmlformats.org/officeDocument/2006/relationships" id="266" r:id="Re71d17717e5e402e"/>
    <p:sldId xmlns:r="http://schemas.openxmlformats.org/officeDocument/2006/relationships" id="267" r:id="R4903f85566414c59"/>
    <p:sldId xmlns:r="http://schemas.openxmlformats.org/officeDocument/2006/relationships" id="268" r:id="R6403925e1765427e"/>
    <p:sldId xmlns:r="http://schemas.openxmlformats.org/officeDocument/2006/relationships" id="269" r:id="R6b96ac862a5c41e1"/>
    <p:sldId xmlns:r="http://schemas.openxmlformats.org/officeDocument/2006/relationships" id="270" r:id="R94fe2071f8d14efb"/>
    <p:sldId xmlns:r="http://schemas.openxmlformats.org/officeDocument/2006/relationships" id="271" r:id="R484c3a77836e4d3c"/>
    <p:sldId xmlns:r="http://schemas.openxmlformats.org/officeDocument/2006/relationships" id="272" r:id="Rb686ddb01cea4a6e"/>
    <p:sldId xmlns:r="http://schemas.openxmlformats.org/officeDocument/2006/relationships" id="273" r:id="Rbb960b79738d4b0f"/>
    <p:sldId xmlns:r="http://schemas.openxmlformats.org/officeDocument/2006/relationships" id="274" r:id="R06c1ddde1dda439d"/>
    <p:sldId xmlns:r="http://schemas.openxmlformats.org/officeDocument/2006/relationships" id="275" r:id="Rf5358a5f31994dbb"/>
    <p:sldId xmlns:r="http://schemas.openxmlformats.org/officeDocument/2006/relationships" id="276" r:id="Raf41662abcd54c53"/>
    <p:sldId xmlns:r="http://schemas.openxmlformats.org/officeDocument/2006/relationships" id="277" r:id="R2c058ceceed34abb"/>
    <p:sldId xmlns:r="http://schemas.openxmlformats.org/officeDocument/2006/relationships" id="278" r:id="R65c294d31f0f4381"/>
    <p:sldId xmlns:r="http://schemas.openxmlformats.org/officeDocument/2006/relationships" id="279" r:id="R1acaed2061d84399"/>
    <p:sldId xmlns:r="http://schemas.openxmlformats.org/officeDocument/2006/relationships" id="280" r:id="Raccdc71c0052406e"/>
    <p:sldId xmlns:r="http://schemas.openxmlformats.org/officeDocument/2006/relationships" id="281" r:id="Rce74564d8bfc4638"/>
    <p:sldId xmlns:r="http://schemas.openxmlformats.org/officeDocument/2006/relationships" id="282" r:id="R03a7180f4dcf43c7"/>
    <p:sldId xmlns:r="http://schemas.openxmlformats.org/officeDocument/2006/relationships" id="283" r:id="Re1463bdaa3404bd3"/>
    <p:sldId xmlns:r="http://schemas.openxmlformats.org/officeDocument/2006/relationships" id="284" r:id="Rfda192d5e6a94ad7"/>
    <p:sldId xmlns:r="http://schemas.openxmlformats.org/officeDocument/2006/relationships" id="285" r:id="R75ac6705910e42cd"/>
    <p:sldId xmlns:r="http://schemas.openxmlformats.org/officeDocument/2006/relationships" id="286" r:id="Ra7416db39112472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3179a3069c3447d" /><Relationship Type="http://schemas.openxmlformats.org/officeDocument/2006/relationships/slideMaster" Target="/ppt/slideMasters/slideMaster1.xml" Id="Rd74d544bfe7e44a6" /><Relationship Type="http://schemas.openxmlformats.org/officeDocument/2006/relationships/notesMaster" Target="/ppt/notesMasters/notesMaster1.xml" Id="Rc3a33da4139e416e" /><Relationship Type="http://schemas.openxmlformats.org/officeDocument/2006/relationships/presProps" Target="/ppt/presProps.xml" Id="Rec85415b98824a50" /><Relationship Type="http://schemas.openxmlformats.org/officeDocument/2006/relationships/tableStyles" Target="/ppt/tableStyles.xml" Id="Re9efc76b13e5415e" /><Relationship Type="http://schemas.openxmlformats.org/officeDocument/2006/relationships/slide" Target="/ppt/slides/slide1.xml" Id="R9cca593dd63e4ea5" /><Relationship Type="http://schemas.openxmlformats.org/officeDocument/2006/relationships/slide" Target="/ppt/slides/slide2.xml" Id="R552355c898a34531" /><Relationship Type="http://schemas.openxmlformats.org/officeDocument/2006/relationships/slide" Target="/ppt/slides/slide3.xml" Id="Rabf37a4f66a9402c" /><Relationship Type="http://schemas.openxmlformats.org/officeDocument/2006/relationships/slide" Target="/ppt/slides/slide4.xml" Id="R297ba8fb7dea42ec" /><Relationship Type="http://schemas.openxmlformats.org/officeDocument/2006/relationships/slide" Target="/ppt/slides/slide5.xml" Id="R6878f417bc6e443d" /><Relationship Type="http://schemas.openxmlformats.org/officeDocument/2006/relationships/slide" Target="/ppt/slides/slide6.xml" Id="R45c6626858b94d8b" /><Relationship Type="http://schemas.openxmlformats.org/officeDocument/2006/relationships/slide" Target="/ppt/slides/slide7.xml" Id="Rc54b843c6c85454e" /><Relationship Type="http://schemas.openxmlformats.org/officeDocument/2006/relationships/slide" Target="/ppt/slides/slide8.xml" Id="R7efdef5c5b3244f9" /><Relationship Type="http://schemas.openxmlformats.org/officeDocument/2006/relationships/slide" Target="/ppt/slides/slide9.xml" Id="R94665e568c4f4872" /><Relationship Type="http://schemas.openxmlformats.org/officeDocument/2006/relationships/slide" Target="/ppt/slides/slide10.xml" Id="Rfa0d167ef64f44f2" /><Relationship Type="http://schemas.openxmlformats.org/officeDocument/2006/relationships/slide" Target="/ppt/slides/slide11.xml" Id="Re71d17717e5e402e" /><Relationship Type="http://schemas.openxmlformats.org/officeDocument/2006/relationships/slide" Target="/ppt/slides/slide12.xml" Id="R4903f85566414c59" /><Relationship Type="http://schemas.openxmlformats.org/officeDocument/2006/relationships/slide" Target="/ppt/slides/slide13.xml" Id="R6403925e1765427e" /><Relationship Type="http://schemas.openxmlformats.org/officeDocument/2006/relationships/slide" Target="/ppt/slides/slide14.xml" Id="R6b96ac862a5c41e1" /><Relationship Type="http://schemas.openxmlformats.org/officeDocument/2006/relationships/slide" Target="/ppt/slides/slide15.xml" Id="R94fe2071f8d14efb" /><Relationship Type="http://schemas.openxmlformats.org/officeDocument/2006/relationships/slide" Target="/ppt/slides/slide16.xml" Id="R484c3a77836e4d3c" /><Relationship Type="http://schemas.openxmlformats.org/officeDocument/2006/relationships/slide" Target="/ppt/slides/slide17.xml" Id="Rb686ddb01cea4a6e" /><Relationship Type="http://schemas.openxmlformats.org/officeDocument/2006/relationships/slide" Target="/ppt/slides/slide18.xml" Id="Rbb960b79738d4b0f" /><Relationship Type="http://schemas.openxmlformats.org/officeDocument/2006/relationships/slide" Target="/ppt/slides/slide19.xml" Id="R06c1ddde1dda439d" /><Relationship Type="http://schemas.openxmlformats.org/officeDocument/2006/relationships/slide" Target="/ppt/slides/slide20.xml" Id="Rf5358a5f31994dbb" /><Relationship Type="http://schemas.openxmlformats.org/officeDocument/2006/relationships/slide" Target="/ppt/slides/slide21.xml" Id="Raf41662abcd54c53" /><Relationship Type="http://schemas.openxmlformats.org/officeDocument/2006/relationships/slide" Target="/ppt/slides/slide22.xml" Id="R2c058ceceed34abb" /><Relationship Type="http://schemas.openxmlformats.org/officeDocument/2006/relationships/slide" Target="/ppt/slides/slide23.xml" Id="R65c294d31f0f4381" /><Relationship Type="http://schemas.openxmlformats.org/officeDocument/2006/relationships/slide" Target="/ppt/slides/slide24.xml" Id="R1acaed2061d84399" /><Relationship Type="http://schemas.openxmlformats.org/officeDocument/2006/relationships/slide" Target="/ppt/slides/slide25.xml" Id="Raccdc71c0052406e" /><Relationship Type="http://schemas.openxmlformats.org/officeDocument/2006/relationships/slide" Target="/ppt/slides/slide26.xml" Id="Rce74564d8bfc4638" /><Relationship Type="http://schemas.openxmlformats.org/officeDocument/2006/relationships/slide" Target="/ppt/slides/slide27.xml" Id="R03a7180f4dcf43c7" /><Relationship Type="http://schemas.openxmlformats.org/officeDocument/2006/relationships/slide" Target="/ppt/slides/slide28.xml" Id="Re1463bdaa3404bd3" /><Relationship Type="http://schemas.openxmlformats.org/officeDocument/2006/relationships/slide" Target="/ppt/slides/slide29.xml" Id="Rfda192d5e6a94ad7" /><Relationship Type="http://schemas.openxmlformats.org/officeDocument/2006/relationships/slide" Target="/ppt/slides/slide30.xml" Id="R75ac6705910e42cd" /><Relationship Type="http://schemas.openxmlformats.org/officeDocument/2006/relationships/slide" Target="/ppt/slides/slide31.xml" Id="Ra7416db39112472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9ac7c94daef4b1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1512242fa794a08" /><Relationship Type="http://schemas.openxmlformats.org/officeDocument/2006/relationships/notesMaster" Target="/ppt/notesMasters/notesMaster1.xml" Id="R7b602472822b41a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9121047b1f64b67" /><Relationship Type="http://schemas.openxmlformats.org/officeDocument/2006/relationships/notesMaster" Target="/ppt/notesMasters/notesMaster1.xml" Id="R563a7556db414ef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59d85d423f0415b" /><Relationship Type="http://schemas.openxmlformats.org/officeDocument/2006/relationships/notesMaster" Target="/ppt/notesMasters/notesMaster1.xml" Id="Rf7abb7bcc4e34e3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5a7d0135b6f4e2b" /><Relationship Type="http://schemas.openxmlformats.org/officeDocument/2006/relationships/notesMaster" Target="/ppt/notesMasters/notesMaster1.xml" Id="R3bc43d2a42cf437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0117d459da34f38" /><Relationship Type="http://schemas.openxmlformats.org/officeDocument/2006/relationships/notesMaster" Target="/ppt/notesMasters/notesMaster1.xml" Id="R5acda964c7504d9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5a25ac94bd74ede" /><Relationship Type="http://schemas.openxmlformats.org/officeDocument/2006/relationships/notesMaster" Target="/ppt/notesMasters/notesMaster1.xml" Id="Rb7775159a01f4dd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9247d383eaa4e90" /><Relationship Type="http://schemas.openxmlformats.org/officeDocument/2006/relationships/notesMaster" Target="/ppt/notesMasters/notesMaster1.xml" Id="R4254517f2da5481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dfafdce706a4716" /><Relationship Type="http://schemas.openxmlformats.org/officeDocument/2006/relationships/notesMaster" Target="/ppt/notesMasters/notesMaster1.xml" Id="R46e7ac50606547e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78fe7a7aee44b12" /><Relationship Type="http://schemas.openxmlformats.org/officeDocument/2006/relationships/notesMaster" Target="/ppt/notesMasters/notesMaster1.xml" Id="R2f77bdd49d48429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69509f811184b88" /><Relationship Type="http://schemas.openxmlformats.org/officeDocument/2006/relationships/notesMaster" Target="/ppt/notesMasters/notesMaster1.xml" Id="R616080ddee704a8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b83eb23918e4101" /><Relationship Type="http://schemas.openxmlformats.org/officeDocument/2006/relationships/notesMaster" Target="/ppt/notesMasters/notesMaster1.xml" Id="Rc079346659344ca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de417e727334e6a" /><Relationship Type="http://schemas.openxmlformats.org/officeDocument/2006/relationships/notesMaster" Target="/ppt/notesMasters/notesMaster1.xml" Id="R7b7a67c2e79a4ab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6e7a4bb352849c6" /><Relationship Type="http://schemas.openxmlformats.org/officeDocument/2006/relationships/notesMaster" Target="/ppt/notesMasters/notesMaster1.xml" Id="R835775fcfe46480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293116db0f145ee" /><Relationship Type="http://schemas.openxmlformats.org/officeDocument/2006/relationships/notesMaster" Target="/ppt/notesMasters/notesMaster1.xml" Id="R5254a25eea0c48a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c3f77888b2343ff" /><Relationship Type="http://schemas.openxmlformats.org/officeDocument/2006/relationships/notesMaster" Target="/ppt/notesMasters/notesMaster1.xml" Id="R2328a065b9a043f7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8a262f862d0448c7" /><Relationship Type="http://schemas.openxmlformats.org/officeDocument/2006/relationships/notesMaster" Target="/ppt/notesMasters/notesMaster1.xml" Id="Ra77b390f9dad4cd3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a656858d205b4106" /><Relationship Type="http://schemas.openxmlformats.org/officeDocument/2006/relationships/notesMaster" Target="/ppt/notesMasters/notesMaster1.xml" Id="R57ebd0d507b54d97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7648d5d790cf45c7" /><Relationship Type="http://schemas.openxmlformats.org/officeDocument/2006/relationships/notesMaster" Target="/ppt/notesMasters/notesMaster1.xml" Id="Ra037de4b86ac42d0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9e6781c15e0943a8" /><Relationship Type="http://schemas.openxmlformats.org/officeDocument/2006/relationships/notesMaster" Target="/ppt/notesMasters/notesMaster1.xml" Id="Rcce74fe207dc4894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9c2dd1ae20b549c2" /><Relationship Type="http://schemas.openxmlformats.org/officeDocument/2006/relationships/notesMaster" Target="/ppt/notesMasters/notesMaster1.xml" Id="R50955950b57a48a1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7984c657f5934dd9" /><Relationship Type="http://schemas.openxmlformats.org/officeDocument/2006/relationships/notesMaster" Target="/ppt/notesMasters/notesMaster1.xml" Id="Rfd03a55248734a3b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57b9ec196e7043a7" /><Relationship Type="http://schemas.openxmlformats.org/officeDocument/2006/relationships/notesMaster" Target="/ppt/notesMasters/notesMaster1.xml" Id="Rc79d505a64bf4788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24488084b0234843" /><Relationship Type="http://schemas.openxmlformats.org/officeDocument/2006/relationships/notesMaster" Target="/ppt/notesMasters/notesMaster1.xml" Id="R281914c4fe924468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6ba49a7807664679" /><Relationship Type="http://schemas.openxmlformats.org/officeDocument/2006/relationships/notesMaster" Target="/ppt/notesMasters/notesMaster1.xml" Id="R75e76922437d4f69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dba4e1ede82b4f31" /><Relationship Type="http://schemas.openxmlformats.org/officeDocument/2006/relationships/notesMaster" Target="/ppt/notesMasters/notesMaster1.xml" Id="R8901f48a27bf4bdb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b827687a22524eba" /><Relationship Type="http://schemas.openxmlformats.org/officeDocument/2006/relationships/notesMaster" Target="/ppt/notesMasters/notesMaster1.xml" Id="R8e04389430bb4939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81805559a40945ed" /><Relationship Type="http://schemas.openxmlformats.org/officeDocument/2006/relationships/notesMaster" Target="/ppt/notesMasters/notesMaster1.xml" Id="R943ef99bb9a74b83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0ac1fb37c6ae4123" /><Relationship Type="http://schemas.openxmlformats.org/officeDocument/2006/relationships/notesMaster" Target="/ppt/notesMasters/notesMaster1.xml" Id="R555705b57ef442e8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7aeeba838bfb4ae0" /><Relationship Type="http://schemas.openxmlformats.org/officeDocument/2006/relationships/notesMaster" Target="/ppt/notesMasters/notesMaster1.xml" Id="R7f81dc38d83148c4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7e574d42d32444d6" /><Relationship Type="http://schemas.openxmlformats.org/officeDocument/2006/relationships/notesMaster" Target="/ppt/notesMasters/notesMaster1.xml" Id="R379abbab71b743d4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16a6a7de48584622" /><Relationship Type="http://schemas.openxmlformats.org/officeDocument/2006/relationships/notesMaster" Target="/ppt/notesMasters/notesMaster1.xml" Id="Rd62c7c6bcb0b4d4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내용 근거: 사용자 제공 AI_강의제작소_2-3차시_교안_목차_v2.md와 AI_강의제작소_2-3차시_상세지도안_v1.md. 디자인 근거: 1차시 손그림 전체본, 사용자 제공 손그림 원작샘플, KCC-Murukmuruk 제목 글꼴과 GriunXHangeul OCHUNGI.KIM 본문 글꼴. 삽화는 사슴달 캐릭터 앵커를 기준으로 Codex 내장 이미지 생성으로 제작했다.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3차시 1번 장표. 완성 교안이 실제 수업용 홈페이지로 이어지는 과정 참가자가 할 일은 “2차시 결과물 열기”이다. 강사는 화면 문장을 읽는 데 그치지 말고, 실제 파일·선택 기준·완료 증거를 연결해 설명한다. AI는 분석과 선택지를 제시하며 최종 형식·수정·공개 여부는 사용자가 결정한다.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내용 근거: 사용자 제공 AI_강의제작소_2-3차시_교안_목차_v2.md와 AI_강의제작소_2-3차시_상세지도안_v1.md. 디자인 근거: 1차시 손그림 전체본, 사용자 제공 손그림 원작샘플, KCC-Murukmuruk 제목 글꼴과 GriunXHangeul OCHUNGI.KIM 본문 글꼴. 삽화는 사슴달 캐릭터 앵커를 기준으로 Codex 내장 이미지 생성으로 제작했다.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3차시 2번 장표. 사용자가 언제 무엇을 눌러야 하는지 보이지 않으면 자료 창고에 그침 참가자가 할 일은 “기존 자료 사용 장면 떠올리기”이다. 강사는 화면 문장을 읽는 데 그치지 말고, 실제 파일·선택 기준·완료 증거를 연결해 설명한다. AI는 분석과 선택지를 제시하며 최종 형식·수정·공개 여부는 사용자가 결정한다.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내용 근거: 사용자 제공 AI_강의제작소_2-3차시_교안_목차_v2.md와 AI_강의제작소_2-3차시_상세지도안_v1.md. 디자인 근거: 1차시 손그림 전체본, 사용자 제공 손그림 원작샘플, KCC-Murukmuruk 제목 글꼴과 GriunXHangeul OCHUNGI.KIM 본문 글꼴. 삽화는 사슴달 캐릭터 앵커를 기준으로 Codex 내장 이미지 생성으로 제작했다.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3차시 3번 장표. 수업 전 준비, 수업 중 교안·활동지 열기, 수업 후 복습·문의 참가자가 할 일은 “핵심 행동 3~5개 작성”이다. 강사는 화면 문장을 읽는 데 그치지 말고, 실제 파일·선택 기준·완료 증거를 연결해 설명한다. AI는 분석과 선택지를 제시하며 최종 형식·수정·공개 여부는 사용자가 결정한다.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내용 근거: 사용자 제공 AI_강의제작소_2-3차시_교안_목차_v2.md와 AI_강의제작소_2-3차시_상세지도안_v1.md. 디자인 근거: 1차시 손그림 전체본, 사용자 제공 손그림 원작샘플, KCC-Murukmuruk 제목 글꼴과 GriunXHangeul OCHUNGI.KIM 본문 글꼴. 삽화는 사슴달 캐릭터 앵커를 기준으로 Codex 내장 이미지 생성으로 제작했다.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3차시 4번 장표. 로그인·결제·과제 제출·진도 저장·관리자 기능의 제외 또는 별도 개발 여부 참가자가 할 일은 “제작 범위 확정”이다. 강사는 화면 문장을 읽는 데 그치지 말고, 실제 파일·선택 기준·완료 증거를 연결해 설명한다. AI는 분석과 선택지를 제시하며 최종 형식·수정·공개 여부는 사용자가 결정한다.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내용 근거: 사용자 제공 AI_강의제작소_2-3차시_교안_목차_v2.md와 AI_강의제작소_2-3차시_상세지도안_v1.md. 디자인 근거: 1차시 손그림 전체본, 사용자 제공 손그림 원작샘플, KCC-Murukmuruk 제목 글꼴과 GriunXHangeul OCHUNGI.KIM 본문 글꼴. 삽화는 사슴달 캐릭터 앵커를 기준으로 Codex 내장 이미지 생성으로 제작했다.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3차시 5번 장표. 교안, PDF, 활동지, 영상, 외부 링크, 출처의 최신 버전 확인 참가자가 할 일은 “공개 후보 자료 모으기”이다. 강사는 화면 문장을 읽는 데 그치지 말고, 실제 파일·선택 기준·완료 증거를 연결해 설명한다. AI는 분석과 선택지를 제시하며 최종 형식·수정·공개 여부는 사용자가 결정한다.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내용 근거: 사용자 제공 AI_강의제작소_2-3차시_교안_목차_v2.md와 AI_강의제작소_2-3차시_상세지도안_v1.md. 디자인 근거: 1차시 손그림 전체본, 사용자 제공 손그림 원작샘플, KCC-Murukmuruk 제목 글꼴과 GriunXHangeul OCHUNGI.KIM 본문 글꼴. 삽화는 사슴달 캐릭터 앵커를 기준으로 Codex 내장 이미지 생성으로 제작했다.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3차시 6번 장표. 내부 메모·정답·개인정보·비밀값이 공개되는 사고를 막음 참가자가 할 일은 “공개·비공개 구분 필요 이해”이다. 강사는 화면 문장을 읽는 데 그치지 말고, 실제 파일·선택 기준·완료 증거를 연결해 설명한다. AI는 분석과 선택지를 제시하며 최종 형식·수정·공개 여부는 사용자가 결정한다.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내용 근거: 사용자 제공 AI_강의제작소_2-3차시_교안_목차_v2.md와 AI_강의제작소_2-3차시_상세지도안_v1.md. 디자인 근거: 1차시 손그림 전체본, 사용자 제공 손그림 원작샘플, KCC-Murukmuruk 제목 글꼴과 GriunXHangeul OCHUNGI.KIM 본문 글꼴. 삽화는 사슴달 캐릭터 앵커를 기준으로 Codex 내장 이미지 생성으로 제작했다.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3차시 7번 장표. 파일별 대상, 사용 시점, 공개 범위, 저작권, 최신 버전 참가자가 할 일은 “공개 자료 확정”이다. 강사는 화면 문장을 읽는 데 그치지 말고, 실제 파일·선택 기준·완료 증거를 연결해 설명한다. AI는 분석과 선택지를 제시하며 최종 형식·수정·공개 여부는 사용자가 결정한다.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내용 근거: 사용자 제공 AI_강의제작소_2-3차시_교안_목차_v2.md와 AI_강의제작소_2-3차시_상세지도안_v1.md. 디자인 근거: 1차시 손그림 전체본, 사용자 제공 손그림 원작샘플, KCC-Murukmuruk 제목 글꼴과 GriunXHangeul OCHUNGI.KIM 본문 글꼴. 삽화는 사슴달 캐릭터 앵커를 기준으로 Codex 내장 이미지 생성으로 제작했다.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3차시 8번 장표. 첫 화면, 수업 소개, 수업 순서, 교안, 자료, 강사·문의와 출처 참가자가 할 일은 “필요한 구간 선택”이다. 강사는 화면 문장을 읽는 데 그치지 말고, 실제 파일·선택 기준·완료 증거를 연결해 설명한다. AI는 분석과 선택지를 제시하며 최종 형식·수정·공개 여부는 사용자가 결정한다.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내용 근거: 사용자 제공 AI_강의제작소_2-3차시_교안_목차_v2.md와 AI_강의제작소_2-3차시_상세지도안_v1.md. 디자인 근거: 1차시 손그림 전체본, 사용자 제공 손그림 원작샘플, KCC-Murukmuruk 제목 글꼴과 GriunXHangeul OCHUNGI.KIM 본문 글꼴. 삽화는 사슴달 캐릭터 앵커를 기준으로 Codex 내장 이미지 생성으로 제작했다.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3차시 9번 장표. 수업 소개 → 4차시 안내 → 교안 → 시민 삶 지표 카드 → 비교 맵 → 출처 참가자가 할 일은 “자료 연결 방식 관찰”이다. 강사는 화면 문장을 읽는 데 그치지 말고, 실제 파일·선택 기준·완료 증거를 연결해 설명한다. AI는 분석과 선택지를 제시하며 최종 형식·수정·공개 여부는 사용자가 결정한다.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내용 근거: 사용자 제공 AI_강의제작소_2-3차시_교안_목차_v2.md와 AI_강의제작소_2-3차시_상세지도안_v1.md. 디자인 근거: 1차시 손그림 전체본, 사용자 제공 손그림 원작샘플, KCC-Murukmuruk 제목 글꼴과 GriunXHangeul OCHUNGI.KIM 본문 글꼴. 삽화는 사슴달 캐릭터 앵커를 기준으로 Codex 내장 이미지 생성으로 제작했다.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3차시 10번 장표. 구간 이름, 방문 목적, 보여 줄 내용, 연결 파일, 다음 행동 참가자가 할 일은 “자기 홈페이지 구조 작성”이다. 강사는 화면 문장을 읽는 데 그치지 말고, 실제 파일·선택 기준·완료 증거를 연결해 설명한다. AI는 분석과 선택지를 제시하며 최종 형식·수정·공개 여부는 사용자가 결정한다.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내용 근거: 사용자 제공 AI_강의제작소_2-3차시_교안_목차_v2.md와 AI_강의제작소_2-3차시_상세지도안_v1.md. 디자인 근거: 1차시 손그림 전체본, 사용자 제공 손그림 원작샘플, KCC-Murukmuruk 제목 글꼴과 GriunXHangeul OCHUNGI.KIM 본문 글꼴. 삽화는 사슴달 캐릭터 앵커를 기준으로 Codex 내장 이미지 생성으로 제작했다.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3차시 11번 장표. 무슨 수업인지, 누구를 위한 것인지, 어디서 시작하는지 참가자가 할 일은 “첫 화면 핵심 문장 작성”이다. 강사는 화면 문장을 읽는 데 그치지 말고, 실제 파일·선택 기준·완료 증거를 연결해 설명한다. AI는 분석과 선택지를 제시하며 최종 형식·수정·공개 여부는 사용자가 결정한다.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내용 근거: 사용자 제공 AI_강의제작소_2-3차시_교안_목차_v2.md와 AI_강의제작소_2-3차시_상세지도안_v1.md. 디자인 근거: 1차시 손그림 전체본, 사용자 제공 손그림 원작샘플, KCC-Murukmuruk 제목 글꼴과 GriunXHangeul OCHUNGI.KIM 본문 글꼴. 삽화는 사슴달 캐릭터 앵커를 기준으로 Codex 내장 이미지 생성으로 제작했다.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3차시 12번 장표. 대상, 배우고 만드는 것, 준비물, 사용 방법 참가자가 할 일은 “소개 구간 작성”이다. 강사는 화면 문장을 읽는 데 그치지 말고, 실제 파일·선택 기준·완료 증거를 연결해 설명한다. AI는 분석과 선택지를 제시하며 최종 형식·수정·공개 여부는 사용자가 결정한다.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내용 근거: 사용자 제공 AI_강의제작소_2-3차시_교안_목차_v2.md와 AI_강의제작소_2-3차시_상세지도안_v1.md. 디자인 근거: 1차시 손그림 전체본, 사용자 제공 손그림 원작샘플, KCC-Murukmuruk 제목 글꼴과 GriunXHangeul OCHUNGI.KIM 본문 글꼴. 삽화는 사슴달 캐릭터 앵커를 기준으로 Codex 내장 이미지 생성으로 제작했다.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3차시 13번 장표. 차시별 질문·활동·결과물과 필요한 자료 참가자가 할 일은 “차시 안내 작성”이다. 강사는 화면 문장을 읽는 데 그치지 말고, 실제 파일·선택 기준·완료 증거를 연결해 설명한다. AI는 분석과 선택지를 제시하며 최종 형식·수정·공개 여부는 사용자가 결정한다.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내용 근거: 사용자 제공 AI_강의제작소_2-3차시_교안_목차_v2.md와 AI_강의제작소_2-3차시_상세지도안_v1.md. 디자인 근거: 1차시 손그림 전체본, 사용자 제공 손그림 원작샘플, KCC-Murukmuruk 제목 글꼴과 GriunXHangeul OCHUNGI.KIM 본문 글꼴. 삽화는 사슴달 캐릭터 앵커를 기준으로 Codex 내장 이미지 생성으로 제작했다.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3차시 14번 장표. HTML 바로 열기, PPTX/PDF 내려받기, 새 창과 다운로드의 차이 참가자가 할 일은 “교안 연결 방식 선택”이다. 강사는 화면 문장을 읽는 데 그치지 말고, 실제 파일·선택 기준·완료 증거를 연결해 설명한다. AI는 분석과 선택지를 제시하며 최종 형식·수정·공개 여부는 사용자가 결정한다.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내용 근거: 사용자 제공 AI_강의제작소_2-3차시_교안_목차_v2.md와 AI_강의제작소_2-3차시_상세지도안_v1.md. 디자인 근거: 1차시 손그림 전체본, 사용자 제공 손그림 원작샘플, KCC-Murukmuruk 제목 글꼴과 GriunXHangeul OCHUNGI.KIM 본문 글꼴. 삽화는 사슴달 캐릭터 앵커를 기준으로 Codex 내장 이미지 생성으로 제작했다.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3차시 15번 장표. 몇 차시에 쓰는지, 개인·모둠 활동인지, 제출·공유 방법 참가자가 할 일은 “활동자료 버튼과 설명 작성”이다. 강사는 화면 문장을 읽는 데 그치지 말고, 실제 파일·선택 기준·완료 증거를 연결해 설명한다. AI는 분석과 선택지를 제시하며 최종 형식·수정·공개 여부는 사용자가 결정한다.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내용 근거: 사용자 제공 AI_강의제작소_2-3차시_교안_목차_v2.md와 AI_강의제작소_2-3차시_상세지도안_v1.md. 디자인 근거: 1차시 손그림 전체본, 사용자 제공 손그림 원작샘플, KCC-Murukmuruk 제목 글꼴과 GriunXHangeul OCHUNGI.KIM 본문 글꼴. 삽화는 사슴달 캐릭터 앵커를 기준으로 Codex 내장 이미지 생성으로 제작했다.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3차시 16번 장표. 외부 연결 실패, 영상 재생 문제, 대체 이미지·PDF·설명 참가자가 할 일은 “대체 경로 정하기”이다. 강사는 화면 문장을 읽는 데 그치지 말고, 실제 파일·선택 기준·완료 증거를 연결해 설명한다. AI는 분석과 선택지를 제시하며 최종 형식·수정·공개 여부는 사용자가 결정한다.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내용 근거: 사용자 제공 AI_강의제작소_2-3차시_교안_목차_v2.md와 AI_강의제작소_2-3차시_상세지도안_v1.md. 디자인 근거: 1차시 손그림 전체본, 사용자 제공 손그림 원작샘플, KCC-Murukmuruk 제목 글꼴과 GriunXHangeul OCHUNGI.KIM 본문 글꼴. 삽화는 사슴달 캐릭터 앵커를 기준으로 Codex 내장 이미지 생성으로 제작했다.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3차시 17번 장표. 이미지·영상·자료 출처, 사용 범위, 외부 링크의 확인 시점 참가자가 할 일은 “출처 구간 작성”이다. 강사는 화면 문장을 읽는 데 그치지 말고, 실제 파일·선택 기준·완료 증거를 연결해 설명한다. AI는 분석과 선택지를 제시하며 최종 형식·수정·공개 여부는 사용자가 결정한다.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내용 근거: 사용자 제공 AI_강의제작소_2-3차시_교안_목차_v2.md와 AI_강의제작소_2-3차시_상세지도안_v1.md. 디자인 근거: 1차시 손그림 전체본, 사용자 제공 손그림 원작샘플, KCC-Murukmuruk 제목 글꼴과 GriunXHangeul OCHUNGI.KIM 본문 글꼴. 삽화는 사슴달 캐릭터 앵커를 기준으로 Codex 내장 이미지 생성으로 제작했다.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3차시 18번 장표. 공개 이름, 소개, 연락 방법, 개인 연락처 노출 위험 참가자가 할 일은 “공개 범위 결정”이다. 강사는 화면 문장을 읽는 데 그치지 말고, 실제 파일·선택 기준·완료 증거를 연결해 설명한다. AI는 분석과 선택지를 제시하며 최종 형식·수정·공개 여부는 사용자가 결정한다.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내용 근거: 사용자 제공 AI_강의제작소_2-3차시_교안_목차_v2.md와 AI_강의제작소_2-3차시_상세지도안_v1.md. 디자인 근거: 1차시 손그림 전체본, 사용자 제공 손그림 원작샘플, KCC-Murukmuruk 제목 글꼴과 GriunXHangeul OCHUNGI.KIM 본문 글꼴. 삽화는 사슴달 캐릭터 앵커를 기준으로 Codex 내장 이미지 생성으로 제작했다.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3차시 19번 장표. 교안은 16:9 고정 화면, 홈페이지는 길게 읽고 작은 화면에서 재배치됨 참가자가 할 일은 “두 화면의 차이 이해”이다. 강사는 화면 문장을 읽는 데 그치지 말고, 실제 파일·선택 기준·완료 증거를 연결해 설명한다. AI는 분석과 선택지를 제시하며 최종 형식·수정·공개 여부는 사용자가 결정한다.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내용 근거: 사용자 제공 AI_강의제작소_2-3차시_교안_목차_v2.md와 AI_강의제작소_2-3차시_상세지도안_v1.md. 디자인 근거: 1차시 손그림 전체본, 사용자 제공 손그림 원작샘플, KCC-Murukmuruk 제목 글꼴과 GriunXHangeul OCHUNGI.KIM 본문 글꼴. 삽화는 사슴달 캐릭터 앵커를 기준으로 Codex 내장 이미지 생성으로 제작했다.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3차시 20번 장표. design.md의 색·글꼴·형태는 유지하되 세로 흐름·버튼·모바일 배치를 새로 설계 참가자가 할 일은 “홈페이지 디자인 문장 완성”이다. 강사는 화면 문장을 읽는 데 그치지 말고, 실제 파일·선택 기준·완료 증거를 연결해 설명한다. AI는 분석과 선택지를 제시하며 최종 형식·수정·공개 여부는 사용자가 결정한다.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내용 근거: 사용자 제공 AI_강의제작소_2-3차시_교안_목차_v2.md와 AI_강의제작소_2-3차시_상세지도안_v1.md. 디자인 근거: 1차시 손그림 전체본, 사용자 제공 손그림 원작샘플, KCC-Murukmuruk 제목 글꼴과 GriunXHangeul OCHUNGI.KIM 본문 글꼴. 삽화는 사슴달 캐릭터 앵커를 기준으로 Codex 내장 이미지 생성으로 제작했다.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3차시 21번 장표. 실제 파일, 공개 범위, 각 구간의 목적, 빠진 링크를 확인시키는 요청 참가자가 할 일은 “제작 전 점검 실행”이다. 강사는 화면 문장을 읽는 데 그치지 말고, 실제 파일·선택 기준·완료 증거를 연결해 설명한다. AI는 분석과 선택지를 제시하며 최종 형식·수정·공개 여부는 사용자가 결정한다.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내용 근거: 사용자 제공 AI_강의제작소_2-3차시_교안_목차_v2.md와 AI_강의제작소_2-3차시_상세지도안_v1.md. 디자인 근거: 1차시 손그림 전체본, 사용자 제공 손그림 원작샘플, KCC-Murukmuruk 제목 글꼴과 GriunXHangeul OCHUNGI.KIM 본문 글꼴. 삽화는 사슴달 캐릭터 앵커를 기준으로 Codex 내장 이미지 생성으로 제작했다.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3차시 22번 장표. 구조, 디자인, 연결 파일, 금지 기능, 저장 위치, 실제 화면 확인을 포함한 제작 요청 참가자가 할 일은 “홈페이지 초안 생성”이다. 강사는 화면 문장을 읽는 데 그치지 말고, 실제 파일·선택 기준·완료 증거를 연결해 설명한다. AI는 분석과 선택지를 제시하며 최종 형식·수정·공개 여부는 사용자가 결정한다.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내용 근거: 사용자 제공 AI_강의제작소_2-3차시_교안_목차_v2.md와 AI_강의제작소_2-3차시_상세지도안_v1.md. 디자인 근거: 1차시 손그림 전체본, 사용자 제공 손그림 원작샘플, KCC-Murukmuruk 제목 글꼴과 GriunXHangeul OCHUNGI.KIM 본문 글꼴. 삽화는 사슴달 캐릭터 앵커를 기준으로 Codex 내장 이미지 생성으로 제작했다.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3차시 23번 장표. 제목·소개·시작 버튼·수업 순서가 바로 읽히는지 확인 참가자가 할 일은 “데스크톱 화면 점검”이다. 강사는 화면 문장을 읽는 데 그치지 말고, 실제 파일·선택 기준·완료 증거를 연결해 설명한다. AI는 분석과 선택지를 제시하며 최종 형식·수정·공개 여부는 사용자가 결정한다.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내용 근거: 사용자 제공 AI_강의제작소_2-3차시_교안_목차_v2.md와 AI_강의제작소_2-3차시_상세지도안_v1.md. 디자인 근거: 1차시 손그림 전체본, 사용자 제공 손그림 원작샘플, KCC-Murukmuruk 제목 글꼴과 GriunXHangeul OCHUNGI.KIM 본문 글꼴. 삽화는 사슴달 캐릭터 앵커를 기준으로 Codex 내장 이미지 생성으로 제작했다.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3차시 24번 장표. 가로 스크롤, 긴 제목, 버튼 크기, 교안 열기와 다운로드 대안 참가자가 할 일은 “모바일 화면 점검”이다. 강사는 화면 문장을 읽는 데 그치지 말고, 실제 파일·선택 기준·완료 증거를 연결해 설명한다. AI는 분석과 선택지를 제시하며 최종 형식·수정·공개 여부는 사용자가 결정한다.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내용 근거: 사용자 제공 AI_강의제작소_2-3차시_교안_목차_v2.md와 AI_강의제작소_2-3차시_상세지도안_v1.md. 디자인 근거: 1차시 손그림 전체본, 사용자 제공 손그림 원작샘플, KCC-Murukmuruk 제목 글꼴과 GriunXHangeul OCHUNGI.KIM 본문 글꼴. 삽화는 사슴달 캐릭터 앵커를 기준으로 Codex 내장 이미지 생성으로 제작했다.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3차시 25번 장표. 키보드 이동, 보이는 선택 표시, 제목 순서, 이미지 설명 참가자가 할 일은 “접근성 점검”이다. 강사는 화면 문장을 읽는 데 그치지 말고, 실제 파일·선택 기준·완료 증거를 연결해 설명한다. AI는 분석과 선택지를 제시하며 최종 형식·수정·공개 여부는 사용자가 결정한다.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내용 근거: 사용자 제공 AI_강의제작소_2-3차시_교안_목차_v2.md와 AI_강의제작소_2-3차시_상세지도안_v1.md. 디자인 근거: 1차시 손그림 전체본, 사용자 제공 손그림 원작샘플, KCC-Murukmuruk 제목 글꼴과 GriunXHangeul OCHUNGI.KIM 본문 글꼴. 삽화는 사슴달 캐릭터 앵커를 기준으로 Codex 내장 이미지 생성으로 제작했다.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3차시 26번 장표. 자동 움직임 정지, 움직임 축소 설정, 애니메이션 없는 상태 참가자가 할 일은 “움직임 대안 확인”이다. 강사는 화면 문장을 읽는 데 그치지 말고, 실제 파일·선택 기준·완료 증거를 연결해 설명한다. AI는 분석과 선택지를 제시하며 최종 형식·수정·공개 여부는 사용자가 결정한다.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내용 근거: 사용자 제공 AI_강의제작소_2-3차시_교안_목차_v2.md와 AI_강의제작소_2-3차시_상세지도안_v1.md. 디자인 근거: 1차시 손그림 전체본, 사용자 제공 손그림 원작샘플, KCC-Murukmuruk 제목 글꼴과 GriunXHangeul OCHUNGI.KIM 본문 글꼴. 삽화는 사슴달 캐릭터 앵커를 기준으로 Codex 내장 이미지 생성으로 제작했다.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3차시 27번 장표. 교안·PDF·PPTX·활동지·영상·외부 자료가 기대한 방식으로 열리는지 확인 참가자가 할 일은 “오류 링크 기록”이다. 강사는 화면 문장을 읽는 데 그치지 말고, 실제 파일·선택 기준·완료 증거를 연결해 설명한다. AI는 분석과 선택지를 제시하며 최종 형식·수정·공개 여부는 사용자가 결정한다.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내용 근거: 사용자 제공 AI_강의제작소_2-3차시_교안_목차_v2.md와 AI_강의제작소_2-3차시_상세지도안_v1.md. 디자인 근거: 1차시 손그림 전체본, 사용자 제공 손그림 원작샘플, KCC-Murukmuruk 제목 글꼴과 GriunXHangeul OCHUNGI.KIM 본문 글꼴. 삽화는 사슴달 캐릭터 앵커를 기준으로 Codex 내장 이미지 생성으로 제작했다.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3차시 28번 장표. 전체 재제작 대신 문제 구간·버튼·링크만 수정하고 같은 환경에서 재검사 참가자가 할 일은 “부분 수정·재확인”이다. 강사는 화면 문장을 읽는 데 그치지 말고, 실제 파일·선택 기준·완료 증거를 연결해 설명한다. AI는 분석과 선택지를 제시하며 최종 형식·수정·공개 여부는 사용자가 결정한다.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내용 근거: 사용자 제공 AI_강의제작소_2-3차시_교안_목차_v2.md와 AI_강의제작소_2-3차시_상세지도안_v1.md. 디자인 근거: 1차시 손그림 전체본, 사용자 제공 손그림 원작샘플, KCC-Murukmuruk 제목 글꼴과 GriunXHangeul OCHUNGI.KIM 본문 글꼴. 삽화는 사슴달 캐릭터 앵커를 기준으로 Codex 내장 이미지 생성으로 제작했다.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3차시 29번 장표. 개인정보·비밀값·내부 경로·권리 불명확 자료·연락처를 마지막으로 확인 참가자가 할 일은 “공개 승인 또는 보류”이다. 강사는 화면 문장을 읽는 데 그치지 말고, 실제 파일·선택 기준·완료 증거를 연결해 설명한다. AI는 분석과 선택지를 제시하며 최종 형식·수정·공개 여부는 사용자가 결정한다.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내용 근거: 사용자 제공 AI_강의제작소_2-3차시_교안_목차_v2.md와 AI_강의제작소_2-3차시_상세지도안_v1.md. 디자인 근거: 1차시 손그림 전체본, 사용자 제공 손그림 원작샘플, KCC-Murukmuruk 제목 글꼴과 GriunXHangeul OCHUNGI.KIM 본문 글꼴. 삽화는 사슴달 캐릭터 앵커를 기준으로 Codex 내장 이미지 생성으로 제작했다.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3차시 30번 장표. 실제 주소를 새 창에서 열고, 로컬 복사본의 교안·자료도 열어 봄 참가자가 할 일은 “온라인·오프라인 경로 기록”이다. 강사는 화면 문장을 읽는 데 그치지 말고, 실제 파일·선택 기준·완료 증거를 연결해 설명한다. AI는 분석과 선택지를 제시하며 최종 형식·수정·공개 여부는 사용자가 결정한다.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내용 근거: 사용자 제공 AI_강의제작소_2-3차시_교안_목차_v2.md와 AI_강의제작소_2-3차시_상세지도안_v1.md. 디자인 근거: 1차시 손그림 전체본, 사용자 제공 손그림 원작샘플, KCC-Murukmuruk 제목 글꼴과 GriunXHangeul OCHUNGI.KIM 본문 글꼴. 삽화는 사슴달 캐릭터 앵커를 기준으로 Codex 내장 이미지 생성으로 제작했다.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3차시 31번 장표. 홈페이지 구조, 디자인 결정, 파일 위치, 수정 방법, 남은 문제를 쉬운 말로 기록 참가자가 할 일은 “출강용 패키지 최종 점검”이다. 강사는 화면 문장을 읽는 데 그치지 말고, 실제 파일·선택 기준·완료 증거를 연결해 설명한다. AI는 분석과 선택지를 제시하며 최종 형식·수정·공개 여부는 사용자가 결정한다.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f970bf03aeb413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ccd02e09f2c4020" /><Relationship Type="http://schemas.openxmlformats.org/officeDocument/2006/relationships/slideLayout" Target="/ppt/slideLayouts/slideLayout1.xml" Id="R87a2b901d75f436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7a2b901d75f436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9da1252ecc4477" /><Relationship Type="http://schemas.openxmlformats.org/officeDocument/2006/relationships/image" Target="/ppt/media/image.png" Id="Rfd178a2e474b4eb0" /><Relationship Type="http://schemas.openxmlformats.org/officeDocument/2006/relationships/notesSlide" Target="/ppt/notesSlides/notesSlide1.xml" Id="Rb908cfc583f6442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8ffdcc65174d13" /><Relationship Type="http://schemas.openxmlformats.org/officeDocument/2006/relationships/image" Target="/ppt/media/image2.png" Id="Re616ea7619f0452a" /><Relationship Type="http://schemas.openxmlformats.org/officeDocument/2006/relationships/notesSlide" Target="/ppt/notesSlides/notesSlide2.xml" Id="Rd857a883713d401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bd0df183bf4fda" /><Relationship Type="http://schemas.openxmlformats.org/officeDocument/2006/relationships/notesSlide" Target="/ppt/notesSlides/notesSlide3.xml" Id="R8d02456737ff46a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0c8b67d11e4d6a" /><Relationship Type="http://schemas.openxmlformats.org/officeDocument/2006/relationships/notesSlide" Target="/ppt/notesSlides/notesSlide4.xml" Id="R496922038751469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875975dfb84258" /><Relationship Type="http://schemas.openxmlformats.org/officeDocument/2006/relationships/notesSlide" Target="/ppt/notesSlides/notesSlide5.xml" Id="R0d9dd0ad2aa94e1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2227468ee04957" /><Relationship Type="http://schemas.openxmlformats.org/officeDocument/2006/relationships/image" Target="/ppt/media/image3.png" Id="R0ff5748d4aaa46fc" /><Relationship Type="http://schemas.openxmlformats.org/officeDocument/2006/relationships/notesSlide" Target="/ppt/notesSlides/notesSlide6.xml" Id="R5135703c02704bc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ea7c9f5b044efb" /><Relationship Type="http://schemas.openxmlformats.org/officeDocument/2006/relationships/image" Target="/ppt/media/image4.png" Id="R4c6332fc877e4c52" /><Relationship Type="http://schemas.openxmlformats.org/officeDocument/2006/relationships/notesSlide" Target="/ppt/notesSlides/notesSlide7.xml" Id="Ra138c873c4e648c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cc8ec3c8b14fd1" /><Relationship Type="http://schemas.openxmlformats.org/officeDocument/2006/relationships/image" Target="/ppt/media/image5.png" Id="Rb685cb44c5654688" /><Relationship Type="http://schemas.openxmlformats.org/officeDocument/2006/relationships/notesSlide" Target="/ppt/notesSlides/notesSlide8.xml" Id="Rda157b9f1fc048a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e02313a2bd442e" /><Relationship Type="http://schemas.openxmlformats.org/officeDocument/2006/relationships/image" Target="/ppt/media/image6.png" Id="R50ee8bab86fe4269" /><Relationship Type="http://schemas.openxmlformats.org/officeDocument/2006/relationships/notesSlide" Target="/ppt/notesSlides/notesSlide9.xml" Id="R710790bae5d54dd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39e3c8cce846bf" /><Relationship Type="http://schemas.openxmlformats.org/officeDocument/2006/relationships/notesSlide" Target="/ppt/notesSlides/notesSlide10.xml" Id="R808a6b90e1914bc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c97b6f87dd44a1" /><Relationship Type="http://schemas.openxmlformats.org/officeDocument/2006/relationships/notesSlide" Target="/ppt/notesSlides/notesSlide11.xml" Id="R75ad9aa6ec8a427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1aa98e833b4aec" /><Relationship Type="http://schemas.openxmlformats.org/officeDocument/2006/relationships/notesSlide" Target="/ppt/notesSlides/notesSlide12.xml" Id="R7c09c35184ff4e9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275f87c9f24914" /><Relationship Type="http://schemas.openxmlformats.org/officeDocument/2006/relationships/notesSlide" Target="/ppt/notesSlides/notesSlide13.xml" Id="R57652da9a8524e7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b77d97c6324039" /><Relationship Type="http://schemas.openxmlformats.org/officeDocument/2006/relationships/notesSlide" Target="/ppt/notesSlides/notesSlide14.xml" Id="Rb08729d0545f46e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8cb8620023451a" /><Relationship Type="http://schemas.openxmlformats.org/officeDocument/2006/relationships/notesSlide" Target="/ppt/notesSlides/notesSlide15.xml" Id="R4a7d8277339a401a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0cfa058bc84376" /><Relationship Type="http://schemas.openxmlformats.org/officeDocument/2006/relationships/notesSlide" Target="/ppt/notesSlides/notesSlide16.xml" Id="Rf789473c1c7d4afb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e41722a7a64434" /><Relationship Type="http://schemas.openxmlformats.org/officeDocument/2006/relationships/notesSlide" Target="/ppt/notesSlides/notesSlide17.xml" Id="R559dc55cf4ee4a8f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15929b7d2b45b6" /><Relationship Type="http://schemas.openxmlformats.org/officeDocument/2006/relationships/notesSlide" Target="/ppt/notesSlides/notesSlide18.xml" Id="Rb8d86a0097aa460e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7f119dc2dc4fcb" /><Relationship Type="http://schemas.openxmlformats.org/officeDocument/2006/relationships/image" Target="/ppt/media/image7.png" Id="R40703f0d5a13446a" /><Relationship Type="http://schemas.openxmlformats.org/officeDocument/2006/relationships/notesSlide" Target="/ppt/notesSlides/notesSlide19.xml" Id="R759e44a40aa24816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b3c1dc22cc4657" /><Relationship Type="http://schemas.openxmlformats.org/officeDocument/2006/relationships/image" Target="/ppt/media/image8.png" Id="R429e990de04542cd" /><Relationship Type="http://schemas.openxmlformats.org/officeDocument/2006/relationships/notesSlide" Target="/ppt/notesSlides/notesSlide20.xml" Id="Rb732fffb0e28496a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cd808d6dc14456" /><Relationship Type="http://schemas.openxmlformats.org/officeDocument/2006/relationships/notesSlide" Target="/ppt/notesSlides/notesSlide21.xml" Id="Rf83f6618ae2a42b2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6a5cbd8e2f451d" /><Relationship Type="http://schemas.openxmlformats.org/officeDocument/2006/relationships/notesSlide" Target="/ppt/notesSlides/notesSlide22.xml" Id="Rf40fa0ca05b942a2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e5374a82944543" /><Relationship Type="http://schemas.openxmlformats.org/officeDocument/2006/relationships/image" Target="/ppt/media/image9.png" Id="R0098917b3cd74645" /><Relationship Type="http://schemas.openxmlformats.org/officeDocument/2006/relationships/notesSlide" Target="/ppt/notesSlides/notesSlide23.xml" Id="R6e72ac1f1b744d0f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18445982da44e4" /><Relationship Type="http://schemas.openxmlformats.org/officeDocument/2006/relationships/image" Target="/ppt/media/image10.png" Id="Rd353de4de7be4b16" /><Relationship Type="http://schemas.openxmlformats.org/officeDocument/2006/relationships/notesSlide" Target="/ppt/notesSlides/notesSlide24.xml" Id="R61a7ba4d51004942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df3ce7b105429c" /><Relationship Type="http://schemas.openxmlformats.org/officeDocument/2006/relationships/image" Target="/ppt/media/image11.png" Id="R89a4a82989394a49" /><Relationship Type="http://schemas.openxmlformats.org/officeDocument/2006/relationships/notesSlide" Target="/ppt/notesSlides/notesSlide25.xml" Id="R04b64131384340d8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385de52c0e43e9" /><Relationship Type="http://schemas.openxmlformats.org/officeDocument/2006/relationships/image" Target="/ppt/media/image12.png" Id="R65de3f6035f34ea1" /><Relationship Type="http://schemas.openxmlformats.org/officeDocument/2006/relationships/notesSlide" Target="/ppt/notesSlides/notesSlide26.xml" Id="R2226eeebe13c4f88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e1cd527c604547" /><Relationship Type="http://schemas.openxmlformats.org/officeDocument/2006/relationships/notesSlide" Target="/ppt/notesSlides/notesSlide27.xml" Id="Rc0294c750fd74a8b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c4150ed4404f20" /><Relationship Type="http://schemas.openxmlformats.org/officeDocument/2006/relationships/notesSlide" Target="/ppt/notesSlides/notesSlide28.xml" Id="R2e2c4c24d334462f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9b7e8e0bdb4e57" /><Relationship Type="http://schemas.openxmlformats.org/officeDocument/2006/relationships/image" Target="/ppt/media/image13.png" Id="R2b5e938e041e4d71" /><Relationship Type="http://schemas.openxmlformats.org/officeDocument/2006/relationships/notesSlide" Target="/ppt/notesSlides/notesSlide29.xml" Id="R8741b92d139b4960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21df61ef2a4af4" /><Relationship Type="http://schemas.openxmlformats.org/officeDocument/2006/relationships/image" Target="/ppt/media/image14.png" Id="Rbb11b63539a941b1" /><Relationship Type="http://schemas.openxmlformats.org/officeDocument/2006/relationships/notesSlide" Target="/ppt/notesSlides/notesSlide30.xml" Id="R10f6d5f4e1cf4a05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1519d1da894c4a" /><Relationship Type="http://schemas.openxmlformats.org/officeDocument/2006/relationships/image" Target="/ppt/media/image15.png" Id="Rcbeaeb207e6e4d7a" /><Relationship Type="http://schemas.openxmlformats.org/officeDocument/2006/relationships/notesSlide" Target="/ppt/notesSlides/notesSlide31.xml" Id="R4d15444986ca42e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교안과 수업자료를 한곳에서 바로 쓰는 홈페이지 만들기">
            <a:extLst xmlns:a="http://schemas.openxmlformats.org/drawingml/2006/main">
              <a:ext uri="{FF2B5EF4-FFF2-40B4-BE49-F238E27FC236}">
                <a16:creationId xmlns:a16="http://schemas.microsoft.com/office/drawing/2014/main" id="{201E30A0-BD10-428C-B8E4-AA57FBE0D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952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242424"/>
                </a:solidFill>
                <a:latin typeface="KCC-Murukmuruk"/>
                <a:ea typeface="KCC-Murukmuruk"/>
                <a:cs typeface="KCC-Murukmuruk"/>
              </a:defRPr>
            </a:pPr>
            <a:r>
              <a:rPr sz="2850" b="0">
                <a:solidFill>
                  <a:srgbClr val="242424"/>
                </a:solidFill>
                <a:latin typeface="KCC-Murukmuruk"/>
                <a:ea typeface="KCC-Murukmuruk"/>
                <a:cs typeface="KCC-Murukmuruk"/>
              </a:rPr>
              <a:t>교안과 수업자료를 한곳에서 바로 쓰는 홈페이지 만들기</a:t>
            </a:r>
          </a:p>
        </p:txBody>
      </p:sp>
      <p:sp>
        <p:nvSpPr>
          <p:cNvPr id="2" name="시작">
            <a:extLst xmlns:a="http://schemas.openxmlformats.org/drawingml/2006/main">
              <a:ext uri="{FF2B5EF4-FFF2-40B4-BE49-F238E27FC236}">
                <a16:creationId xmlns:a16="http://schemas.microsoft.com/office/drawing/2014/main" id="{9088EC57-3021-46BF-9C19-BE875BA82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90525"/>
            <a:ext cx="1524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516E83"/>
            </a:solidFill>
          </a:ln>
        </p:spPr>
        <p:txBody>
          <a:bodyPr xmlns:a="http://schemas.openxmlformats.org/drawingml/2006/main" wrap="square" lIns="28575" tIns="28575" rIns="2857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650" b="0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rPr>
              <a:t>시작</a:t>
            </a:r>
          </a:p>
        </p:txBody>
      </p:sp>
      <p:sp>
        <p:nvSpPr>
          <p:cNvPr id="3" name="01">
            <a:extLst xmlns:a="http://schemas.openxmlformats.org/drawingml/2006/main">
              <a:ext uri="{FF2B5EF4-FFF2-40B4-BE49-F238E27FC236}">
                <a16:creationId xmlns:a16="http://schemas.microsoft.com/office/drawing/2014/main" id="{C5296246-E1DA-44E6-B91F-A40CFDFBF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96050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13" b="0">
                <a:solidFill>
                  <a:srgbClr val="767676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613" b="0">
                <a:solidFill>
                  <a:srgbClr val="767676"/>
                </a:solidFill>
                <a:latin typeface="GriunXHangeul OCHUNGI.KIM"/>
                <a:ea typeface="GriunXHangeul OCHUNGI.KIM"/>
                <a:cs typeface="GriunXHangeul OCHUNGI.KIM"/>
              </a:rPr>
              <a:t>01</a:t>
            </a:r>
          </a:p>
        </p:txBody>
      </p:sp>
      <p:sp>
        <p:nvSpPr>
          <p:cNvPr id="4" name="교안과 활동자료를 수업용 홈페이지로 연결하는 시간">
            <a:extLst xmlns:a="http://schemas.openxmlformats.org/drawingml/2006/main">
              <a:ext uri="{FF2B5EF4-FFF2-40B4-BE49-F238E27FC236}">
                <a16:creationId xmlns:a16="http://schemas.microsoft.com/office/drawing/2014/main" id="{CE3126E0-1312-4DED-A416-4647CA9C1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81125"/>
            <a:ext cx="4762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2550" b="0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rPr>
              <a:t>교안과 활동자료를 수업용 홈페이지로 연결하는 시간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41FC0E-2AF2-4517-8E81-8B493CB71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14625"/>
            <a:ext cx="4000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F45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" name="3차시 · 실행과 검수">
            <a:extLst xmlns:a="http://schemas.openxmlformats.org/drawingml/2006/main">
              <a:ext uri="{FF2B5EF4-FFF2-40B4-BE49-F238E27FC236}">
                <a16:creationId xmlns:a16="http://schemas.microsoft.com/office/drawing/2014/main" id="{68E895B9-4D40-460C-B234-5A4A3E2DD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5275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767676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875" b="0">
                <a:solidFill>
                  <a:srgbClr val="767676"/>
                </a:solidFill>
                <a:latin typeface="GriunXHangeul OCHUNGI.KIM"/>
                <a:ea typeface="GriunXHangeul OCHUNGI.KIM"/>
                <a:cs typeface="GriunXHangeul OCHUNGI.KIM"/>
              </a:rPr>
              <a:t>3차시 · 실행과 검수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178a2e474b4eb0"/>
          <a:stretch xmlns:a="http://schemas.openxmlformats.org/drawingml/2006/main"/>
        </p:blipFill>
        <p:spPr>
          <a:xfrm xmlns:a="http://schemas.openxmlformats.org/drawingml/2006/main">
            <a:off x="3714750" y="1204326"/>
            <a:ext cx="7905750" cy="4449349"/>
          </a:xfrm>
          <a:prstGeom xmlns:a="http://schemas.openxmlformats.org/drawingml/2006/main" prst="rect">
            <a:avLst/>
          </a:prstGeom>
        </p:spPr>
      </p:pic>
      <p:sp>
        <p:nvSpPr>
          <p:cNvPr id="8" name="수업 전·중·후 자료를 한곳에서 바로 엽니다">
            <a:extLst xmlns:a="http://schemas.openxmlformats.org/drawingml/2006/main">
              <a:ext uri="{FF2B5EF4-FFF2-40B4-BE49-F238E27FC236}">
                <a16:creationId xmlns:a16="http://schemas.microsoft.com/office/drawing/2014/main" id="{A23D5247-050D-498B-976F-ED90ED7C2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210300"/>
            <a:ext cx="1009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2025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rPr>
              <a:t>수업 전·중·후 자료를 한곳에서 바로 엽니다</a:t>
            </a:r>
          </a:p>
        </p:txBody>
      </p:sp>
    </p:spTree>
    <p:extLst>
      <p:ext uri="{BB962C8B-B14F-4D97-AF65-F5344CB8AC3E}">
        <p14:creationId xmlns:p14="http://schemas.microsoft.com/office/powerpoint/2010/main" val="84009656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파일을 올리는 것만으로는 수업 홈페이지가 되지 않는다">
            <a:extLst xmlns:a="http://schemas.openxmlformats.org/drawingml/2006/main">
              <a:ext uri="{FF2B5EF4-FFF2-40B4-BE49-F238E27FC236}">
                <a16:creationId xmlns:a16="http://schemas.microsoft.com/office/drawing/2014/main" id="{AC112A48-754A-420C-A8AA-3F10BFCD0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952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242424"/>
                </a:solidFill>
                <a:latin typeface="KCC-Murukmuruk"/>
                <a:ea typeface="KCC-Murukmuruk"/>
                <a:cs typeface="KCC-Murukmuruk"/>
              </a:defRPr>
            </a:pPr>
            <a:r>
              <a:rPr sz="2850" b="0">
                <a:solidFill>
                  <a:srgbClr val="242424"/>
                </a:solidFill>
                <a:latin typeface="KCC-Murukmuruk"/>
                <a:ea typeface="KCC-Murukmuruk"/>
                <a:cs typeface="KCC-Murukmuruk"/>
              </a:rPr>
              <a:t>파일을 올리는 것만으로는 수업 홈페이지가 되지 않는다</a:t>
            </a:r>
          </a:p>
        </p:txBody>
      </p:sp>
      <p:sp>
        <p:nvSpPr>
          <p:cNvPr id="2" name="이유">
            <a:extLst xmlns:a="http://schemas.openxmlformats.org/drawingml/2006/main">
              <a:ext uri="{FF2B5EF4-FFF2-40B4-BE49-F238E27FC236}">
                <a16:creationId xmlns:a16="http://schemas.microsoft.com/office/drawing/2014/main" id="{4DDD222D-0B90-4500-ABE8-BD1412813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90525"/>
            <a:ext cx="1524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516E83"/>
            </a:solidFill>
          </a:ln>
        </p:spPr>
        <p:txBody>
          <a:bodyPr xmlns:a="http://schemas.openxmlformats.org/drawingml/2006/main" wrap="square" lIns="28575" tIns="28575" rIns="2857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650" b="0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rPr>
              <a:t>이유</a:t>
            </a:r>
          </a:p>
        </p:txBody>
      </p:sp>
      <p:sp>
        <p:nvSpPr>
          <p:cNvPr id="3" name="02">
            <a:extLst xmlns:a="http://schemas.openxmlformats.org/drawingml/2006/main">
              <a:ext uri="{FF2B5EF4-FFF2-40B4-BE49-F238E27FC236}">
                <a16:creationId xmlns:a16="http://schemas.microsoft.com/office/drawing/2014/main" id="{7D2B234D-6C13-4413-A8DB-E43E0B7C5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96050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13" b="0">
                <a:solidFill>
                  <a:srgbClr val="767676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613" b="0">
                <a:solidFill>
                  <a:srgbClr val="767676"/>
                </a:solidFill>
                <a:latin typeface="GriunXHangeul OCHUNGI.KIM"/>
                <a:ea typeface="GriunXHangeul OCHUNGI.KIM"/>
                <a:cs typeface="GriunXHangeul OCHUNGI.KIM"/>
              </a:rPr>
              <a:t>02</a:t>
            </a:r>
          </a:p>
        </p:txBody>
      </p:sp>
      <p:sp>
        <p:nvSpPr>
          <p:cNvPr id="4" name="사용자가 언제 무엇을 눌러야 하는지 보이지 않으면 자료 창고에 그침">
            <a:extLst xmlns:a="http://schemas.openxmlformats.org/drawingml/2006/main">
              <a:ext uri="{FF2B5EF4-FFF2-40B4-BE49-F238E27FC236}">
                <a16:creationId xmlns:a16="http://schemas.microsoft.com/office/drawing/2014/main" id="{8DFFC453-85A3-4DB2-8BEB-040F174AA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19200"/>
            <a:ext cx="48577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950" b="1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사용자가 언제 무엇을 눌러야 하는지 보이지 않으면 자료 창고에 그침</a:t>
            </a:r>
          </a:p>
        </p:txBody>
      </p:sp>
      <p:sp>
        <p:nvSpPr>
          <p:cNvPr id="5" name="사용자가 언제 무엇을 눌러야 하는지 보이지 않으면 자료 창고에 그침">
            <a:extLst xmlns:a="http://schemas.openxmlformats.org/drawingml/2006/main">
              <a:ext uri="{FF2B5EF4-FFF2-40B4-BE49-F238E27FC236}">
                <a16:creationId xmlns:a16="http://schemas.microsoft.com/office/drawing/2014/main" id="{E0E78F22-8CE6-4E4F-AC77-4826AA37C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47950"/>
            <a:ext cx="4095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516E83"/>
            </a:solidFill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725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사용자가 언제 무엇을 눌러야 하는지 보이지 않으면 자료 창고에 그침</a:t>
            </a:r>
          </a:p>
        </p:txBody>
      </p:sp>
      <p:sp>
        <p:nvSpPr>
          <p:cNvPr id="6" name="문제가 생기는 지점">
            <a:extLst xmlns:a="http://schemas.openxmlformats.org/drawingml/2006/main">
              <a:ext uri="{FF2B5EF4-FFF2-40B4-BE49-F238E27FC236}">
                <a16:creationId xmlns:a16="http://schemas.microsoft.com/office/drawing/2014/main" id="{FD034614-0129-46F1-804C-66AEC698A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71850"/>
            <a:ext cx="4095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516E83"/>
            </a:solidFill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725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문제가 생기는 지점</a:t>
            </a:r>
          </a:p>
        </p:txBody>
      </p:sp>
      <p:sp>
        <p:nvSpPr>
          <p:cNvPr id="7" name="막아야 할 반복 오류">
            <a:extLst xmlns:a="http://schemas.openxmlformats.org/drawingml/2006/main">
              <a:ext uri="{FF2B5EF4-FFF2-40B4-BE49-F238E27FC236}">
                <a16:creationId xmlns:a16="http://schemas.microsoft.com/office/drawing/2014/main" id="{4A1B5D60-0F92-4887-82EB-623AA1F8A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0"/>
            <a:ext cx="4095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DEDB"/>
          </a:solidFill>
          <a:ln xmlns:a="http://schemas.openxmlformats.org/drawingml/2006/main" w="19050">
            <a:solidFill>
              <a:srgbClr val="B84F45"/>
            </a:solidFill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725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rPr>
              <a:t>막아야 할 반복 오류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16ea7619f0452a"/>
          <a:stretch xmlns:a="http://schemas.openxmlformats.org/drawingml/2006/main"/>
        </p:blipFill>
        <p:spPr>
          <a:xfrm xmlns:a="http://schemas.openxmlformats.org/drawingml/2006/main">
            <a:off x="4762500" y="1356287"/>
            <a:ext cx="6858000" cy="3859676"/>
          </a:xfrm>
          <a:prstGeom xmlns:a="http://schemas.openxmlformats.org/drawingml/2006/main" prst="rect">
            <a:avLst/>
          </a:prstGeom>
        </p:spPr>
      </p:pic>
      <p:sp>
        <p:nvSpPr>
          <p:cNvPr id="9" name="직접 할 일  기존 자료 사용 장면 떠올리기">
            <a:extLst xmlns:a="http://schemas.openxmlformats.org/drawingml/2006/main">
              <a:ext uri="{FF2B5EF4-FFF2-40B4-BE49-F238E27FC236}">
                <a16:creationId xmlns:a16="http://schemas.microsoft.com/office/drawing/2014/main" id="{21F9CFE1-8C7C-4F1A-95D1-4565366ED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667375"/>
            <a:ext cx="9334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EF"/>
          </a:solidFill>
          <a:ln xmlns:a="http://schemas.openxmlformats.org/drawingml/2006/main" w="19050">
            <a:solidFill>
              <a:srgbClr val="B84F45"/>
            </a:solidFill>
          </a:ln>
        </p:spPr>
        <p:txBody>
          <a:bodyPr xmlns:a="http://schemas.openxmlformats.org/drawingml/2006/main" wrap="square" lIns="76200" tIns="76200" rIns="762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80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rPr>
              <a:t>직접 할 일  기존 자료 사용 장면 떠올리기</a:t>
            </a:r>
          </a:p>
        </p:txBody>
      </p:sp>
    </p:spTree>
    <p:extLst>
      <p:ext uri="{BB962C8B-B14F-4D97-AF65-F5344CB8AC3E}">
        <p14:creationId xmlns:p14="http://schemas.microsoft.com/office/powerpoint/2010/main" val="40490582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먼저 홈페이지에서 사용자가 할 일을 정한다">
            <a:extLst xmlns:a="http://schemas.openxmlformats.org/drawingml/2006/main">
              <a:ext uri="{FF2B5EF4-FFF2-40B4-BE49-F238E27FC236}">
                <a16:creationId xmlns:a16="http://schemas.microsoft.com/office/drawing/2014/main" id="{162C81F3-A489-4A58-B1AA-F4B981E3E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952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0">
                <a:solidFill>
                  <a:srgbClr val="242424"/>
                </a:solidFill>
                <a:latin typeface="KCC-Murukmuruk"/>
                <a:ea typeface="KCC-Murukmuruk"/>
                <a:cs typeface="KCC-Murukmuruk"/>
              </a:defRPr>
            </a:pPr>
            <a:r>
              <a:rPr sz="3225" b="0">
                <a:solidFill>
                  <a:srgbClr val="242424"/>
                </a:solidFill>
                <a:latin typeface="KCC-Murukmuruk"/>
                <a:ea typeface="KCC-Murukmuruk"/>
                <a:cs typeface="KCC-Murukmuruk"/>
              </a:rPr>
              <a:t>먼저 홈페이지에서 사용자가 할 일을 정한다</a:t>
            </a:r>
          </a:p>
        </p:txBody>
      </p:sp>
      <p:sp>
        <p:nvSpPr>
          <p:cNvPr id="2" name="실습">
            <a:extLst xmlns:a="http://schemas.openxmlformats.org/drawingml/2006/main">
              <a:ext uri="{FF2B5EF4-FFF2-40B4-BE49-F238E27FC236}">
                <a16:creationId xmlns:a16="http://schemas.microsoft.com/office/drawing/2014/main" id="{898AC9B0-EDA0-46E1-B592-4EF99296E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90525"/>
            <a:ext cx="1524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84F45"/>
            </a:solidFill>
          </a:ln>
        </p:spPr>
        <p:txBody>
          <a:bodyPr xmlns:a="http://schemas.openxmlformats.org/drawingml/2006/main" wrap="square" lIns="28575" tIns="28575" rIns="2857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650" b="0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rPr>
              <a:t>실습</a:t>
            </a:r>
          </a:p>
        </p:txBody>
      </p:sp>
      <p:sp>
        <p:nvSpPr>
          <p:cNvPr id="3" name="03">
            <a:extLst xmlns:a="http://schemas.openxmlformats.org/drawingml/2006/main">
              <a:ext uri="{FF2B5EF4-FFF2-40B4-BE49-F238E27FC236}">
                <a16:creationId xmlns:a16="http://schemas.microsoft.com/office/drawing/2014/main" id="{08753872-0934-4D0B-A689-B9D8AB46C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96050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13" b="0">
                <a:solidFill>
                  <a:srgbClr val="767676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613" b="0">
                <a:solidFill>
                  <a:srgbClr val="767676"/>
                </a:solidFill>
                <a:latin typeface="GriunXHangeul OCHUNGI.KIM"/>
                <a:ea typeface="GriunXHangeul OCHUNGI.KIM"/>
                <a:cs typeface="GriunXHangeul OCHUNGI.KIM"/>
              </a:rPr>
              <a:t>03</a:t>
            </a:r>
          </a:p>
        </p:txBody>
      </p:sp>
      <p:sp>
        <p:nvSpPr>
          <p:cNvPr id="4" name="핵심">
            <a:extLst xmlns:a="http://schemas.openxmlformats.org/drawingml/2006/main">
              <a:ext uri="{FF2B5EF4-FFF2-40B4-BE49-F238E27FC236}">
                <a16:creationId xmlns:a16="http://schemas.microsoft.com/office/drawing/2014/main" id="{A68CA307-8459-4A13-99A6-695EEFE24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38250"/>
            <a:ext cx="10001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DEDB"/>
          </a:solidFill>
          <a:ln xmlns:a="http://schemas.openxmlformats.org/drawingml/2006/main" w="19050">
            <a:solidFill>
              <a:srgbClr val="B84F45"/>
            </a:solidFill>
          </a:ln>
        </p:spPr>
        <p:txBody>
          <a:bodyPr xmlns:a="http://schemas.openxmlformats.org/drawingml/2006/main" wrap="square" lIns="28575" tIns="28575" rIns="2857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65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rPr>
              <a:t>핵심</a:t>
            </a:r>
          </a:p>
        </p:txBody>
      </p:sp>
      <p:sp>
        <p:nvSpPr>
          <p:cNvPr id="5" name="수업 전 준비, 수업 중 교안·활동지 열기, 수업 후 복습·문의">
            <a:extLst xmlns:a="http://schemas.openxmlformats.org/drawingml/2006/main">
              <a:ext uri="{FF2B5EF4-FFF2-40B4-BE49-F238E27FC236}">
                <a16:creationId xmlns:a16="http://schemas.microsoft.com/office/drawing/2014/main" id="{C5E81780-65A7-4366-B724-EC3AFC672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1190625"/>
            <a:ext cx="933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2025" b="1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수업 전 준비, 수업 중 교안·활동지 열기, 수업 후 복습·문의</a:t>
            </a:r>
          </a:p>
        </p:txBody>
      </p:sp>
      <p:sp>
        <p:nvSpPr>
          <p:cNvPr id="6" name="1">
            <a:extLst xmlns:a="http://schemas.openxmlformats.org/drawingml/2006/main">
              <a:ext uri="{FF2B5EF4-FFF2-40B4-BE49-F238E27FC236}">
                <a16:creationId xmlns:a16="http://schemas.microsoft.com/office/drawing/2014/main" id="{74E977A6-5B42-4E43-836E-FD9BE35F0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19325"/>
            <a:ext cx="495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EC"/>
          </a:solidFill>
          <a:ln xmlns:a="http://schemas.openxmlformats.org/drawingml/2006/main" w="19050">
            <a:solidFill>
              <a:srgbClr val="516E83"/>
            </a:solidFill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2550" b="1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rPr>
              <a:t>1</a:t>
            </a:r>
          </a:p>
        </p:txBody>
      </p:sp>
      <p:sp>
        <p:nvSpPr>
          <p:cNvPr id="7" name="수업 전 준비">
            <a:extLst xmlns:a="http://schemas.openxmlformats.org/drawingml/2006/main">
              <a:ext uri="{FF2B5EF4-FFF2-40B4-BE49-F238E27FC236}">
                <a16:creationId xmlns:a16="http://schemas.microsoft.com/office/drawing/2014/main" id="{739C350A-AAF0-439A-9819-7183C5D8F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05125"/>
            <a:ext cx="2381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516E83"/>
            </a:solidFill>
          </a:ln>
        </p:spPr>
        <p:txBody>
          <a:bodyPr xmlns:a="http://schemas.openxmlformats.org/drawingml/2006/main" wrap="square" lIns="133350" tIns="133350" rIns="133350" bIns="1333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875" b="1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수업 전 준비</a:t>
            </a:r>
          </a:p>
        </p:txBody>
      </p:sp>
      <p:sp>
        <p:nvSpPr>
          <p:cNvPr id="8" name="→">
            <a:extLst xmlns:a="http://schemas.openxmlformats.org/drawingml/2006/main">
              <a:ext uri="{FF2B5EF4-FFF2-40B4-BE49-F238E27FC236}">
                <a16:creationId xmlns:a16="http://schemas.microsoft.com/office/drawing/2014/main" id="{5D407F8C-CE33-44FD-9BFF-3817D8634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238500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255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rPr>
              <a:t>→</a:t>
            </a:r>
          </a:p>
        </p:txBody>
      </p:sp>
      <p:sp>
        <p:nvSpPr>
          <p:cNvPr id="9" name="2">
            <a:extLst xmlns:a="http://schemas.openxmlformats.org/drawingml/2006/main">
              <a:ext uri="{FF2B5EF4-FFF2-40B4-BE49-F238E27FC236}">
                <a16:creationId xmlns:a16="http://schemas.microsoft.com/office/drawing/2014/main" id="{17B7BD3D-9DF6-4B9D-AA08-B79FF9AD7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219325"/>
            <a:ext cx="495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EC"/>
          </a:solidFill>
          <a:ln xmlns:a="http://schemas.openxmlformats.org/drawingml/2006/main" w="19050">
            <a:solidFill>
              <a:srgbClr val="516E83"/>
            </a:solidFill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2550" b="1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rPr>
              <a:t>2</a:t>
            </a:r>
          </a:p>
        </p:txBody>
      </p:sp>
      <p:sp>
        <p:nvSpPr>
          <p:cNvPr id="10" name="수업 중 교안">
            <a:extLst xmlns:a="http://schemas.openxmlformats.org/drawingml/2006/main">
              <a:ext uri="{FF2B5EF4-FFF2-40B4-BE49-F238E27FC236}">
                <a16:creationId xmlns:a16="http://schemas.microsoft.com/office/drawing/2014/main" id="{5BDC0F25-02C5-4361-9F1B-A7CA9F31C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905125"/>
            <a:ext cx="2381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516E83"/>
            </a:solidFill>
          </a:ln>
        </p:spPr>
        <p:txBody>
          <a:bodyPr xmlns:a="http://schemas.openxmlformats.org/drawingml/2006/main" wrap="square" lIns="133350" tIns="133350" rIns="133350" bIns="1333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875" b="1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수업 중 교안</a:t>
            </a:r>
          </a:p>
        </p:txBody>
      </p:sp>
      <p:sp>
        <p:nvSpPr>
          <p:cNvPr id="11" name="→">
            <a:extLst xmlns:a="http://schemas.openxmlformats.org/drawingml/2006/main">
              <a:ext uri="{FF2B5EF4-FFF2-40B4-BE49-F238E27FC236}">
                <a16:creationId xmlns:a16="http://schemas.microsoft.com/office/drawing/2014/main" id="{0D673865-10A0-4586-80E3-AD01BB0D3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238500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255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rPr>
              <a:t>→</a:t>
            </a:r>
          </a:p>
        </p:txBody>
      </p:sp>
      <p:sp>
        <p:nvSpPr>
          <p:cNvPr id="12" name="3">
            <a:extLst xmlns:a="http://schemas.openxmlformats.org/drawingml/2006/main">
              <a:ext uri="{FF2B5EF4-FFF2-40B4-BE49-F238E27FC236}">
                <a16:creationId xmlns:a16="http://schemas.microsoft.com/office/drawing/2014/main" id="{D907DDD9-9990-4C3A-B56F-03A9171CC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219325"/>
            <a:ext cx="495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EC"/>
          </a:solidFill>
          <a:ln xmlns:a="http://schemas.openxmlformats.org/drawingml/2006/main" w="19050">
            <a:solidFill>
              <a:srgbClr val="516E83"/>
            </a:solidFill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2550" b="1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rPr>
              <a:t>3</a:t>
            </a:r>
          </a:p>
        </p:txBody>
      </p:sp>
      <p:sp>
        <p:nvSpPr>
          <p:cNvPr id="13" name="활동지 열기">
            <a:extLst xmlns:a="http://schemas.openxmlformats.org/drawingml/2006/main">
              <a:ext uri="{FF2B5EF4-FFF2-40B4-BE49-F238E27FC236}">
                <a16:creationId xmlns:a16="http://schemas.microsoft.com/office/drawing/2014/main" id="{C391B7BD-673C-4439-A3CB-38820F8D3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905125"/>
            <a:ext cx="2381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516E83"/>
            </a:solidFill>
          </a:ln>
        </p:spPr>
        <p:txBody>
          <a:bodyPr xmlns:a="http://schemas.openxmlformats.org/drawingml/2006/main" wrap="square" lIns="133350" tIns="133350" rIns="133350" bIns="1333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875" b="1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활동지 열기</a:t>
            </a:r>
          </a:p>
        </p:txBody>
      </p:sp>
      <p:sp>
        <p:nvSpPr>
          <p:cNvPr id="14" name="→">
            <a:extLst xmlns:a="http://schemas.openxmlformats.org/drawingml/2006/main">
              <a:ext uri="{FF2B5EF4-FFF2-40B4-BE49-F238E27FC236}">
                <a16:creationId xmlns:a16="http://schemas.microsoft.com/office/drawing/2014/main" id="{F00D6501-8D67-4829-BB8E-D6D4654C2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238500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255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rPr>
              <a:t>→</a:t>
            </a:r>
          </a:p>
        </p:txBody>
      </p:sp>
      <p:sp>
        <p:nvSpPr>
          <p:cNvPr id="15" name="4">
            <a:extLst xmlns:a="http://schemas.openxmlformats.org/drawingml/2006/main">
              <a:ext uri="{FF2B5EF4-FFF2-40B4-BE49-F238E27FC236}">
                <a16:creationId xmlns:a16="http://schemas.microsoft.com/office/drawing/2014/main" id="{DF44FD93-D24F-4CDA-8256-959445AAA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219325"/>
            <a:ext cx="495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DEDB"/>
          </a:solidFill>
          <a:ln xmlns:a="http://schemas.openxmlformats.org/drawingml/2006/main" w="19050">
            <a:solidFill>
              <a:srgbClr val="B84F45"/>
            </a:solidFill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255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rPr>
              <a:t>4</a:t>
            </a:r>
          </a:p>
        </p:txBody>
      </p:sp>
      <p:sp>
        <p:nvSpPr>
          <p:cNvPr id="16" name="수업 후 복습">
            <a:extLst xmlns:a="http://schemas.openxmlformats.org/drawingml/2006/main">
              <a:ext uri="{FF2B5EF4-FFF2-40B4-BE49-F238E27FC236}">
                <a16:creationId xmlns:a16="http://schemas.microsoft.com/office/drawing/2014/main" id="{A207B63B-AC42-4B53-BD7E-42F15C7DA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905125"/>
            <a:ext cx="2381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84F45"/>
            </a:solidFill>
          </a:ln>
        </p:spPr>
        <p:txBody>
          <a:bodyPr xmlns:a="http://schemas.openxmlformats.org/drawingml/2006/main" wrap="square" lIns="133350" tIns="133350" rIns="133350" bIns="1333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875" b="1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수업 후 복습</a:t>
            </a:r>
          </a:p>
        </p:txBody>
      </p:sp>
      <p:sp>
        <p:nvSpPr>
          <p:cNvPr id="17" name="직접 할 일  핵심 행동 3~5개 작성">
            <a:extLst xmlns:a="http://schemas.openxmlformats.org/drawingml/2006/main">
              <a:ext uri="{FF2B5EF4-FFF2-40B4-BE49-F238E27FC236}">
                <a16:creationId xmlns:a16="http://schemas.microsoft.com/office/drawing/2014/main" id="{E0EB6446-75DE-4480-A835-5B1ABFB17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667375"/>
            <a:ext cx="9334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EF"/>
          </a:solidFill>
          <a:ln xmlns:a="http://schemas.openxmlformats.org/drawingml/2006/main" w="19050">
            <a:solidFill>
              <a:srgbClr val="B84F45"/>
            </a:solidFill>
          </a:ln>
        </p:spPr>
        <p:txBody>
          <a:bodyPr xmlns:a="http://schemas.openxmlformats.org/drawingml/2006/main" wrap="square" lIns="76200" tIns="76200" rIns="762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80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rPr>
              <a:t>직접 할 일  핵심 행동 3~5개 작성</a:t>
            </a:r>
          </a:p>
        </p:txBody>
      </p:sp>
    </p:spTree>
    <p:extLst>
      <p:ext uri="{BB962C8B-B14F-4D97-AF65-F5344CB8AC3E}">
        <p14:creationId xmlns:p14="http://schemas.microsoft.com/office/powerpoint/2010/main" val="43838499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이번 홈페이지가 하지 않을 일도 정한다">
            <a:extLst xmlns:a="http://schemas.openxmlformats.org/drawingml/2006/main">
              <a:ext uri="{FF2B5EF4-FFF2-40B4-BE49-F238E27FC236}">
                <a16:creationId xmlns:a16="http://schemas.microsoft.com/office/drawing/2014/main" id="{FB3DDF9D-7F86-475D-B6F8-911E2FBFE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952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0">
                <a:solidFill>
                  <a:srgbClr val="242424"/>
                </a:solidFill>
                <a:latin typeface="KCC-Murukmuruk"/>
                <a:ea typeface="KCC-Murukmuruk"/>
                <a:cs typeface="KCC-Murukmuruk"/>
              </a:defRPr>
            </a:pPr>
            <a:r>
              <a:rPr sz="3225" b="0">
                <a:solidFill>
                  <a:srgbClr val="242424"/>
                </a:solidFill>
                <a:latin typeface="KCC-Murukmuruk"/>
                <a:ea typeface="KCC-Murukmuruk"/>
                <a:cs typeface="KCC-Murukmuruk"/>
              </a:rPr>
              <a:t>이번 홈페이지가 하지 않을 일도 정한다</a:t>
            </a:r>
          </a:p>
        </p:txBody>
      </p:sp>
      <p:sp>
        <p:nvSpPr>
          <p:cNvPr id="2" name="사용자 결정">
            <a:extLst xmlns:a="http://schemas.openxmlformats.org/drawingml/2006/main">
              <a:ext uri="{FF2B5EF4-FFF2-40B4-BE49-F238E27FC236}">
                <a16:creationId xmlns:a16="http://schemas.microsoft.com/office/drawing/2014/main" id="{A7B133F6-D2B3-4DED-A467-A817F981E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90525"/>
            <a:ext cx="1524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84F45"/>
            </a:solidFill>
          </a:ln>
        </p:spPr>
        <p:txBody>
          <a:bodyPr xmlns:a="http://schemas.openxmlformats.org/drawingml/2006/main" wrap="square" lIns="28575" tIns="28575" rIns="2857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650" b="0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rPr>
              <a:t>사용자 결정</a:t>
            </a:r>
          </a:p>
        </p:txBody>
      </p:sp>
      <p:sp>
        <p:nvSpPr>
          <p:cNvPr id="3" name="04">
            <a:extLst xmlns:a="http://schemas.openxmlformats.org/drawingml/2006/main">
              <a:ext uri="{FF2B5EF4-FFF2-40B4-BE49-F238E27FC236}">
                <a16:creationId xmlns:a16="http://schemas.microsoft.com/office/drawing/2014/main" id="{D14FEF2F-B8A6-4E85-B9E5-FA6A32838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96050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13" b="0">
                <a:solidFill>
                  <a:srgbClr val="767676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613" b="0">
                <a:solidFill>
                  <a:srgbClr val="767676"/>
                </a:solidFill>
                <a:latin typeface="GriunXHangeul OCHUNGI.KIM"/>
                <a:ea typeface="GriunXHangeul OCHUNGI.KIM"/>
                <a:cs typeface="GriunXHangeul OCHUNGI.KIM"/>
              </a:rPr>
              <a:t>04</a:t>
            </a:r>
          </a:p>
        </p:txBody>
      </p:sp>
      <p:sp>
        <p:nvSpPr>
          <p:cNvPr id="4" name="핵심">
            <a:extLst xmlns:a="http://schemas.openxmlformats.org/drawingml/2006/main">
              <a:ext uri="{FF2B5EF4-FFF2-40B4-BE49-F238E27FC236}">
                <a16:creationId xmlns:a16="http://schemas.microsoft.com/office/drawing/2014/main" id="{E226F935-90C1-45C3-94A4-69B60AD23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38250"/>
            <a:ext cx="10001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DEDB"/>
          </a:solidFill>
          <a:ln xmlns:a="http://schemas.openxmlformats.org/drawingml/2006/main" w="19050">
            <a:solidFill>
              <a:srgbClr val="B84F45"/>
            </a:solidFill>
          </a:ln>
        </p:spPr>
        <p:txBody>
          <a:bodyPr xmlns:a="http://schemas.openxmlformats.org/drawingml/2006/main" wrap="square" lIns="28575" tIns="28575" rIns="2857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65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rPr>
              <a:t>핵심</a:t>
            </a:r>
          </a:p>
        </p:txBody>
      </p:sp>
      <p:sp>
        <p:nvSpPr>
          <p:cNvPr id="5" name="로그인·결제·과제 제출·진도 저장·관리자 기능의 제외 또는 별도 개발 여부">
            <a:extLst xmlns:a="http://schemas.openxmlformats.org/drawingml/2006/main">
              <a:ext uri="{FF2B5EF4-FFF2-40B4-BE49-F238E27FC236}">
                <a16:creationId xmlns:a16="http://schemas.microsoft.com/office/drawing/2014/main" id="{57E9EC0E-BEE6-4A8B-8C83-A037D2195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1190625"/>
            <a:ext cx="933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2025" b="1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로그인·결제·과제 제출·진도 저장·관리자 기능의 제외 또는 별도 개발 여부</a:t>
            </a:r>
          </a:p>
        </p:txBody>
      </p:sp>
      <p:sp>
        <p:nvSpPr>
          <p:cNvPr id="6" name="유지">
            <a:extLst xmlns:a="http://schemas.openxmlformats.org/drawingml/2006/main">
              <a:ext uri="{FF2B5EF4-FFF2-40B4-BE49-F238E27FC236}">
                <a16:creationId xmlns:a16="http://schemas.microsoft.com/office/drawing/2014/main" id="{88F295C3-A843-4F0C-9ECB-043DAA97D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90750"/>
            <a:ext cx="2857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EC"/>
          </a:solidFill>
          <a:ln xmlns:a="http://schemas.openxmlformats.org/drawingml/2006/main" w="19050">
            <a:solidFill>
              <a:srgbClr val="516E83"/>
            </a:solidFill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2100" b="1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rPr>
              <a:t>유지</a:t>
            </a:r>
          </a:p>
        </p:txBody>
      </p:sp>
      <p:sp>
        <p:nvSpPr>
          <p:cNvPr id="7" name="로그인">
            <a:extLst xmlns:a="http://schemas.openxmlformats.org/drawingml/2006/main">
              <a:ext uri="{FF2B5EF4-FFF2-40B4-BE49-F238E27FC236}">
                <a16:creationId xmlns:a16="http://schemas.microsoft.com/office/drawing/2014/main" id="{8D04A0B4-A435-44B0-8E78-45A73CCC0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52750"/>
            <a:ext cx="28575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516E83"/>
            </a:solidFill>
          </a:ln>
        </p:spPr>
        <p:txBody>
          <a:bodyPr xmlns:a="http://schemas.openxmlformats.org/drawingml/2006/main" wrap="square" lIns="152400" tIns="152400" rIns="152400" bIns="1524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875" b="1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로그인</a:t>
            </a:r>
          </a:p>
        </p:txBody>
      </p:sp>
      <p:sp>
        <p:nvSpPr>
          <p:cNvPr id="8" name="수정">
            <a:extLst xmlns:a="http://schemas.openxmlformats.org/drawingml/2006/main">
              <a:ext uri="{FF2B5EF4-FFF2-40B4-BE49-F238E27FC236}">
                <a16:creationId xmlns:a16="http://schemas.microsoft.com/office/drawing/2014/main" id="{7AC9F6EE-04B9-4402-8230-78BD8DDF2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190750"/>
            <a:ext cx="2857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DEDB"/>
          </a:solidFill>
          <a:ln xmlns:a="http://schemas.openxmlformats.org/drawingml/2006/main" w="19050">
            <a:solidFill>
              <a:srgbClr val="B84F45"/>
            </a:solidFill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210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rPr>
              <a:t>수정</a:t>
            </a:r>
          </a:p>
        </p:txBody>
      </p:sp>
      <p:sp>
        <p:nvSpPr>
          <p:cNvPr id="9" name="결제">
            <a:extLst xmlns:a="http://schemas.openxmlformats.org/drawingml/2006/main">
              <a:ext uri="{FF2B5EF4-FFF2-40B4-BE49-F238E27FC236}">
                <a16:creationId xmlns:a16="http://schemas.microsoft.com/office/drawing/2014/main" id="{9A9B74D1-5EF7-41DE-A975-52E712FA0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952750"/>
            <a:ext cx="28575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84F45"/>
            </a:solidFill>
          </a:ln>
        </p:spPr>
        <p:txBody>
          <a:bodyPr xmlns:a="http://schemas.openxmlformats.org/drawingml/2006/main" wrap="square" lIns="152400" tIns="152400" rIns="152400" bIns="1524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875" b="1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결제</a:t>
            </a:r>
          </a:p>
        </p:txBody>
      </p:sp>
      <p:sp>
        <p:nvSpPr>
          <p:cNvPr id="10" name="보류">
            <a:extLst xmlns:a="http://schemas.openxmlformats.org/drawingml/2006/main">
              <a:ext uri="{FF2B5EF4-FFF2-40B4-BE49-F238E27FC236}">
                <a16:creationId xmlns:a16="http://schemas.microsoft.com/office/drawing/2014/main" id="{803745A2-62EA-42D0-AF5A-6167A6C1F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190750"/>
            <a:ext cx="2857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5DE"/>
          </a:solidFill>
          <a:ln xmlns:a="http://schemas.openxmlformats.org/drawingml/2006/main" w="19050">
            <a:solidFill>
              <a:srgbClr val="767676"/>
            </a:solidFill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767676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2100" b="1">
                <a:solidFill>
                  <a:srgbClr val="767676"/>
                </a:solidFill>
                <a:latin typeface="GriunXHangeul OCHUNGI.KIM"/>
                <a:ea typeface="GriunXHangeul OCHUNGI.KIM"/>
                <a:cs typeface="GriunXHangeul OCHUNGI.KIM"/>
              </a:rPr>
              <a:t>보류</a:t>
            </a:r>
          </a:p>
        </p:txBody>
      </p:sp>
      <p:sp>
        <p:nvSpPr>
          <p:cNvPr id="11" name="과제 제출">
            <a:extLst xmlns:a="http://schemas.openxmlformats.org/drawingml/2006/main">
              <a:ext uri="{FF2B5EF4-FFF2-40B4-BE49-F238E27FC236}">
                <a16:creationId xmlns:a16="http://schemas.microsoft.com/office/drawing/2014/main" id="{C6F81970-3077-4F88-9C98-C6962F3EF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952750"/>
            <a:ext cx="28575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67676"/>
            </a:solidFill>
          </a:ln>
        </p:spPr>
        <p:txBody>
          <a:bodyPr xmlns:a="http://schemas.openxmlformats.org/drawingml/2006/main" wrap="square" lIns="152400" tIns="152400" rIns="152400" bIns="1524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875" b="1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과제 제출</a:t>
            </a:r>
          </a:p>
        </p:txBody>
      </p:sp>
      <p:sp>
        <p:nvSpPr>
          <p:cNvPr id="12" name="선택 이유와 다음 확인 시점을 남깁니다">
            <a:extLst xmlns:a="http://schemas.openxmlformats.org/drawingml/2006/main">
              <a:ext uri="{FF2B5EF4-FFF2-40B4-BE49-F238E27FC236}">
                <a16:creationId xmlns:a16="http://schemas.microsoft.com/office/drawing/2014/main" id="{0D9D3140-F177-410C-B056-AEA07FCC0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762500"/>
            <a:ext cx="72390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84F45"/>
            </a:solidFill>
          </a:ln>
        </p:spPr>
        <p:txBody>
          <a:bodyPr xmlns:a="http://schemas.openxmlformats.org/drawingml/2006/main" wrap="square" lIns="57150" tIns="57150" rIns="571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875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rPr>
              <a:t>선택 이유와 다음 확인 시점을 남깁니다</a:t>
            </a:r>
          </a:p>
        </p:txBody>
      </p:sp>
      <p:sp>
        <p:nvSpPr>
          <p:cNvPr id="13" name="직접 할 일  제작 범위 확정">
            <a:extLst xmlns:a="http://schemas.openxmlformats.org/drawingml/2006/main">
              <a:ext uri="{FF2B5EF4-FFF2-40B4-BE49-F238E27FC236}">
                <a16:creationId xmlns:a16="http://schemas.microsoft.com/office/drawing/2014/main" id="{8441DA1A-CBA6-46D2-A1F6-F23C9538B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667375"/>
            <a:ext cx="9334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EF"/>
          </a:solidFill>
          <a:ln xmlns:a="http://schemas.openxmlformats.org/drawingml/2006/main" w="19050">
            <a:solidFill>
              <a:srgbClr val="B84F45"/>
            </a:solidFill>
          </a:ln>
        </p:spPr>
        <p:txBody>
          <a:bodyPr xmlns:a="http://schemas.openxmlformats.org/drawingml/2006/main" wrap="square" lIns="76200" tIns="76200" rIns="762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80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rPr>
              <a:t>직접 할 일  제작 범위 확정</a:t>
            </a:r>
          </a:p>
        </p:txBody>
      </p:sp>
    </p:spTree>
    <p:extLst>
      <p:ext uri="{BB962C8B-B14F-4D97-AF65-F5344CB8AC3E}">
        <p14:creationId xmlns:p14="http://schemas.microsoft.com/office/powerpoint/2010/main" val="148975787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올릴 파일은 최종본만 다시 모은다">
            <a:extLst xmlns:a="http://schemas.openxmlformats.org/drawingml/2006/main">
              <a:ext uri="{FF2B5EF4-FFF2-40B4-BE49-F238E27FC236}">
                <a16:creationId xmlns:a16="http://schemas.microsoft.com/office/drawing/2014/main" id="{D60E254A-B81E-43FA-8403-78F005086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952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75" b="0">
                <a:solidFill>
                  <a:srgbClr val="242424"/>
                </a:solidFill>
                <a:latin typeface="KCC-Murukmuruk"/>
                <a:ea typeface="KCC-Murukmuruk"/>
                <a:cs typeface="KCC-Murukmuruk"/>
              </a:defRPr>
            </a:pPr>
            <a:r>
              <a:rPr sz="3675" b="0">
                <a:solidFill>
                  <a:srgbClr val="242424"/>
                </a:solidFill>
                <a:latin typeface="KCC-Murukmuruk"/>
                <a:ea typeface="KCC-Murukmuruk"/>
                <a:cs typeface="KCC-Murukmuruk"/>
              </a:rPr>
              <a:t>올릴 파일은 최종본만 다시 모은다</a:t>
            </a:r>
          </a:p>
        </p:txBody>
      </p:sp>
      <p:sp>
        <p:nvSpPr>
          <p:cNvPr id="2" name="실습">
            <a:extLst xmlns:a="http://schemas.openxmlformats.org/drawingml/2006/main">
              <a:ext uri="{FF2B5EF4-FFF2-40B4-BE49-F238E27FC236}">
                <a16:creationId xmlns:a16="http://schemas.microsoft.com/office/drawing/2014/main" id="{AB0FFAA6-CE1E-42B1-9D69-0342A8D22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90525"/>
            <a:ext cx="1524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84F45"/>
            </a:solidFill>
          </a:ln>
        </p:spPr>
        <p:txBody>
          <a:bodyPr xmlns:a="http://schemas.openxmlformats.org/drawingml/2006/main" wrap="square" lIns="28575" tIns="28575" rIns="2857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650" b="0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rPr>
              <a:t>실습</a:t>
            </a:r>
          </a:p>
        </p:txBody>
      </p:sp>
      <p:sp>
        <p:nvSpPr>
          <p:cNvPr id="3" name="05">
            <a:extLst xmlns:a="http://schemas.openxmlformats.org/drawingml/2006/main">
              <a:ext uri="{FF2B5EF4-FFF2-40B4-BE49-F238E27FC236}">
                <a16:creationId xmlns:a16="http://schemas.microsoft.com/office/drawing/2014/main" id="{194A8D22-C129-4A78-9C46-2ACB74F28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96050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13" b="0">
                <a:solidFill>
                  <a:srgbClr val="767676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613" b="0">
                <a:solidFill>
                  <a:srgbClr val="767676"/>
                </a:solidFill>
                <a:latin typeface="GriunXHangeul OCHUNGI.KIM"/>
                <a:ea typeface="GriunXHangeul OCHUNGI.KIM"/>
                <a:cs typeface="GriunXHangeul OCHUNGI.KIM"/>
              </a:rPr>
              <a:t>05</a:t>
            </a:r>
          </a:p>
        </p:txBody>
      </p:sp>
      <p:sp>
        <p:nvSpPr>
          <p:cNvPr id="4" name="핵심">
            <a:extLst xmlns:a="http://schemas.openxmlformats.org/drawingml/2006/main">
              <a:ext uri="{FF2B5EF4-FFF2-40B4-BE49-F238E27FC236}">
                <a16:creationId xmlns:a16="http://schemas.microsoft.com/office/drawing/2014/main" id="{4C7AB577-92CB-4326-90B4-0197E6EEB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38250"/>
            <a:ext cx="10001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DEDB"/>
          </a:solidFill>
          <a:ln xmlns:a="http://schemas.openxmlformats.org/drawingml/2006/main" w="19050">
            <a:solidFill>
              <a:srgbClr val="B84F45"/>
            </a:solidFill>
          </a:ln>
        </p:spPr>
        <p:txBody>
          <a:bodyPr xmlns:a="http://schemas.openxmlformats.org/drawingml/2006/main" wrap="square" lIns="28575" tIns="28575" rIns="2857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65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rPr>
              <a:t>핵심</a:t>
            </a:r>
          </a:p>
        </p:txBody>
      </p:sp>
      <p:sp>
        <p:nvSpPr>
          <p:cNvPr id="5" name="교안, PDF, 활동지, 영상, 외부 링크, 출처의 최신 버전 확인">
            <a:extLst xmlns:a="http://schemas.openxmlformats.org/drawingml/2006/main">
              <a:ext uri="{FF2B5EF4-FFF2-40B4-BE49-F238E27FC236}">
                <a16:creationId xmlns:a16="http://schemas.microsoft.com/office/drawing/2014/main" id="{D41F64B8-F189-48D0-BE70-1C2E53439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1190625"/>
            <a:ext cx="933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2025" b="1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교안, PDF, 활동지, 영상, 외부 링크, 출처의 최신 버전 확인</a:t>
            </a:r>
          </a:p>
        </p:txBody>
      </p:sp>
      <p:sp>
        <p:nvSpPr>
          <p:cNvPr id="6" name="1">
            <a:extLst xmlns:a="http://schemas.openxmlformats.org/drawingml/2006/main">
              <a:ext uri="{FF2B5EF4-FFF2-40B4-BE49-F238E27FC236}">
                <a16:creationId xmlns:a16="http://schemas.microsoft.com/office/drawing/2014/main" id="{7E859ACC-7137-48B2-9FBE-FD0A15351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19325"/>
            <a:ext cx="495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EC"/>
          </a:solidFill>
          <a:ln xmlns:a="http://schemas.openxmlformats.org/drawingml/2006/main" w="19050">
            <a:solidFill>
              <a:srgbClr val="516E83"/>
            </a:solidFill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2550" b="1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rPr>
              <a:t>1</a:t>
            </a:r>
          </a:p>
        </p:txBody>
      </p:sp>
      <p:sp>
        <p:nvSpPr>
          <p:cNvPr id="7" name="교안">
            <a:extLst xmlns:a="http://schemas.openxmlformats.org/drawingml/2006/main">
              <a:ext uri="{FF2B5EF4-FFF2-40B4-BE49-F238E27FC236}">
                <a16:creationId xmlns:a16="http://schemas.microsoft.com/office/drawing/2014/main" id="{CC7DDF1C-1FBB-4CE4-8C21-7329A5445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05125"/>
            <a:ext cx="2381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516E83"/>
            </a:solidFill>
          </a:ln>
        </p:spPr>
        <p:txBody>
          <a:bodyPr xmlns:a="http://schemas.openxmlformats.org/drawingml/2006/main" wrap="square" lIns="133350" tIns="133350" rIns="133350" bIns="1333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875" b="1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교안</a:t>
            </a:r>
          </a:p>
        </p:txBody>
      </p:sp>
      <p:sp>
        <p:nvSpPr>
          <p:cNvPr id="8" name="→">
            <a:extLst xmlns:a="http://schemas.openxmlformats.org/drawingml/2006/main">
              <a:ext uri="{FF2B5EF4-FFF2-40B4-BE49-F238E27FC236}">
                <a16:creationId xmlns:a16="http://schemas.microsoft.com/office/drawing/2014/main" id="{EC580617-307A-474C-B808-9C4576B6B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238500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255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rPr>
              <a:t>→</a:t>
            </a:r>
          </a:p>
        </p:txBody>
      </p:sp>
      <p:sp>
        <p:nvSpPr>
          <p:cNvPr id="9" name="2">
            <a:extLst xmlns:a="http://schemas.openxmlformats.org/drawingml/2006/main">
              <a:ext uri="{FF2B5EF4-FFF2-40B4-BE49-F238E27FC236}">
                <a16:creationId xmlns:a16="http://schemas.microsoft.com/office/drawing/2014/main" id="{7448FF3E-12DB-4FCD-94F5-3ED968272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219325"/>
            <a:ext cx="495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EC"/>
          </a:solidFill>
          <a:ln xmlns:a="http://schemas.openxmlformats.org/drawingml/2006/main" w="19050">
            <a:solidFill>
              <a:srgbClr val="516E83"/>
            </a:solidFill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2550" b="1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rPr>
              <a:t>2</a:t>
            </a:r>
          </a:p>
        </p:txBody>
      </p:sp>
      <p:sp>
        <p:nvSpPr>
          <p:cNvPr id="10" name="PDF">
            <a:extLst xmlns:a="http://schemas.openxmlformats.org/drawingml/2006/main">
              <a:ext uri="{FF2B5EF4-FFF2-40B4-BE49-F238E27FC236}">
                <a16:creationId xmlns:a16="http://schemas.microsoft.com/office/drawing/2014/main" id="{071B1ABD-D0CD-4A03-86BE-DAA2C8CE7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905125"/>
            <a:ext cx="2381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516E83"/>
            </a:solidFill>
          </a:ln>
        </p:spPr>
        <p:txBody>
          <a:bodyPr xmlns:a="http://schemas.openxmlformats.org/drawingml/2006/main" wrap="square" lIns="133350" tIns="133350" rIns="133350" bIns="1333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875" b="1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PDF</a:t>
            </a:r>
          </a:p>
        </p:txBody>
      </p:sp>
      <p:sp>
        <p:nvSpPr>
          <p:cNvPr id="11" name="→">
            <a:extLst xmlns:a="http://schemas.openxmlformats.org/drawingml/2006/main">
              <a:ext uri="{FF2B5EF4-FFF2-40B4-BE49-F238E27FC236}">
                <a16:creationId xmlns:a16="http://schemas.microsoft.com/office/drawing/2014/main" id="{682162E0-DCD0-4B5A-995D-A9BE7BF50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238500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255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rPr>
              <a:t>→</a:t>
            </a:r>
          </a:p>
        </p:txBody>
      </p:sp>
      <p:sp>
        <p:nvSpPr>
          <p:cNvPr id="12" name="3">
            <a:extLst xmlns:a="http://schemas.openxmlformats.org/drawingml/2006/main">
              <a:ext uri="{FF2B5EF4-FFF2-40B4-BE49-F238E27FC236}">
                <a16:creationId xmlns:a16="http://schemas.microsoft.com/office/drawing/2014/main" id="{3F291B6F-C665-4B6D-96F6-FE1F704C5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219325"/>
            <a:ext cx="495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EC"/>
          </a:solidFill>
          <a:ln xmlns:a="http://schemas.openxmlformats.org/drawingml/2006/main" w="19050">
            <a:solidFill>
              <a:srgbClr val="516E83"/>
            </a:solidFill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2550" b="1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rPr>
              <a:t>3</a:t>
            </a:r>
          </a:p>
        </p:txBody>
      </p:sp>
      <p:sp>
        <p:nvSpPr>
          <p:cNvPr id="13" name="활동지">
            <a:extLst xmlns:a="http://schemas.openxmlformats.org/drawingml/2006/main">
              <a:ext uri="{FF2B5EF4-FFF2-40B4-BE49-F238E27FC236}">
                <a16:creationId xmlns:a16="http://schemas.microsoft.com/office/drawing/2014/main" id="{0EBE3AE2-E168-4DFF-9DEC-100ADE780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905125"/>
            <a:ext cx="2381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516E83"/>
            </a:solidFill>
          </a:ln>
        </p:spPr>
        <p:txBody>
          <a:bodyPr xmlns:a="http://schemas.openxmlformats.org/drawingml/2006/main" wrap="square" lIns="133350" tIns="133350" rIns="133350" bIns="1333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875" b="1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활동지</a:t>
            </a:r>
          </a:p>
        </p:txBody>
      </p:sp>
      <p:sp>
        <p:nvSpPr>
          <p:cNvPr id="14" name="→">
            <a:extLst xmlns:a="http://schemas.openxmlformats.org/drawingml/2006/main">
              <a:ext uri="{FF2B5EF4-FFF2-40B4-BE49-F238E27FC236}">
                <a16:creationId xmlns:a16="http://schemas.microsoft.com/office/drawing/2014/main" id="{77BE6DF5-CBFE-4AE7-8A3C-6571D6222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238500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255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rPr>
              <a:t>→</a:t>
            </a:r>
          </a:p>
        </p:txBody>
      </p:sp>
      <p:sp>
        <p:nvSpPr>
          <p:cNvPr id="15" name="4">
            <a:extLst xmlns:a="http://schemas.openxmlformats.org/drawingml/2006/main">
              <a:ext uri="{FF2B5EF4-FFF2-40B4-BE49-F238E27FC236}">
                <a16:creationId xmlns:a16="http://schemas.microsoft.com/office/drawing/2014/main" id="{C15EE9D4-9C17-402C-A8C8-D92CADF50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219325"/>
            <a:ext cx="495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DEDB"/>
          </a:solidFill>
          <a:ln xmlns:a="http://schemas.openxmlformats.org/drawingml/2006/main" w="19050">
            <a:solidFill>
              <a:srgbClr val="B84F45"/>
            </a:solidFill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255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rPr>
              <a:t>4</a:t>
            </a:r>
          </a:p>
        </p:txBody>
      </p:sp>
      <p:sp>
        <p:nvSpPr>
          <p:cNvPr id="16" name="영상">
            <a:extLst xmlns:a="http://schemas.openxmlformats.org/drawingml/2006/main">
              <a:ext uri="{FF2B5EF4-FFF2-40B4-BE49-F238E27FC236}">
                <a16:creationId xmlns:a16="http://schemas.microsoft.com/office/drawing/2014/main" id="{506A9B08-4D22-4190-AD29-E4DD891FE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905125"/>
            <a:ext cx="2381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84F45"/>
            </a:solidFill>
          </a:ln>
        </p:spPr>
        <p:txBody>
          <a:bodyPr xmlns:a="http://schemas.openxmlformats.org/drawingml/2006/main" wrap="square" lIns="133350" tIns="133350" rIns="133350" bIns="1333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875" b="1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영상</a:t>
            </a:r>
          </a:p>
        </p:txBody>
      </p:sp>
      <p:sp>
        <p:nvSpPr>
          <p:cNvPr id="17" name="직접 할 일  공개 후보 자료 모으기">
            <a:extLst xmlns:a="http://schemas.openxmlformats.org/drawingml/2006/main">
              <a:ext uri="{FF2B5EF4-FFF2-40B4-BE49-F238E27FC236}">
                <a16:creationId xmlns:a16="http://schemas.microsoft.com/office/drawing/2014/main" id="{E6B21A24-42EC-41E9-A740-1674CB4BC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667375"/>
            <a:ext cx="9334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EF"/>
          </a:solidFill>
          <a:ln xmlns:a="http://schemas.openxmlformats.org/drawingml/2006/main" w="19050">
            <a:solidFill>
              <a:srgbClr val="B84F45"/>
            </a:solidFill>
          </a:ln>
        </p:spPr>
        <p:txBody>
          <a:bodyPr xmlns:a="http://schemas.openxmlformats.org/drawingml/2006/main" wrap="square" lIns="76200" tIns="76200" rIns="762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80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rPr>
              <a:t>직접 할 일  공개 후보 자료 모으기</a:t>
            </a:r>
          </a:p>
        </p:txBody>
      </p:sp>
    </p:spTree>
    <p:extLst>
      <p:ext uri="{BB962C8B-B14F-4D97-AF65-F5344CB8AC3E}">
        <p14:creationId xmlns:p14="http://schemas.microsoft.com/office/powerpoint/2010/main" val="161081094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공개할 자료와 강사만 볼 자료를 나누는 이유">
            <a:extLst xmlns:a="http://schemas.openxmlformats.org/drawingml/2006/main">
              <a:ext uri="{FF2B5EF4-FFF2-40B4-BE49-F238E27FC236}">
                <a16:creationId xmlns:a16="http://schemas.microsoft.com/office/drawing/2014/main" id="{897B32D4-19C3-41A9-9F3C-27E0F1F5E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952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0">
                <a:solidFill>
                  <a:srgbClr val="242424"/>
                </a:solidFill>
                <a:latin typeface="KCC-Murukmuruk"/>
                <a:ea typeface="KCC-Murukmuruk"/>
                <a:cs typeface="KCC-Murukmuruk"/>
              </a:defRPr>
            </a:pPr>
            <a:r>
              <a:rPr sz="3225" b="0">
                <a:solidFill>
                  <a:srgbClr val="242424"/>
                </a:solidFill>
                <a:latin typeface="KCC-Murukmuruk"/>
                <a:ea typeface="KCC-Murukmuruk"/>
                <a:cs typeface="KCC-Murukmuruk"/>
              </a:rPr>
              <a:t>공개할 자료와 강사만 볼 자료를 나누는 이유</a:t>
            </a:r>
          </a:p>
        </p:txBody>
      </p:sp>
      <p:sp>
        <p:nvSpPr>
          <p:cNvPr id="2" name="이유">
            <a:extLst xmlns:a="http://schemas.openxmlformats.org/drawingml/2006/main">
              <a:ext uri="{FF2B5EF4-FFF2-40B4-BE49-F238E27FC236}">
                <a16:creationId xmlns:a16="http://schemas.microsoft.com/office/drawing/2014/main" id="{FF7471B4-8AC1-4F2D-B91F-4148617EB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90525"/>
            <a:ext cx="1524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516E83"/>
            </a:solidFill>
          </a:ln>
        </p:spPr>
        <p:txBody>
          <a:bodyPr xmlns:a="http://schemas.openxmlformats.org/drawingml/2006/main" wrap="square" lIns="28575" tIns="28575" rIns="2857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650" b="0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rPr>
              <a:t>이유</a:t>
            </a:r>
          </a:p>
        </p:txBody>
      </p:sp>
      <p:sp>
        <p:nvSpPr>
          <p:cNvPr id="3" name="06">
            <a:extLst xmlns:a="http://schemas.openxmlformats.org/drawingml/2006/main">
              <a:ext uri="{FF2B5EF4-FFF2-40B4-BE49-F238E27FC236}">
                <a16:creationId xmlns:a16="http://schemas.microsoft.com/office/drawing/2014/main" id="{F33B2E8B-A8DF-45FB-B33C-3E83470E3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96050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13" b="0">
                <a:solidFill>
                  <a:srgbClr val="767676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613" b="0">
                <a:solidFill>
                  <a:srgbClr val="767676"/>
                </a:solidFill>
                <a:latin typeface="GriunXHangeul OCHUNGI.KIM"/>
                <a:ea typeface="GriunXHangeul OCHUNGI.KIM"/>
                <a:cs typeface="GriunXHangeul OCHUNGI.KIM"/>
              </a:rPr>
              <a:t>06</a:t>
            </a:r>
          </a:p>
        </p:txBody>
      </p:sp>
      <p:sp>
        <p:nvSpPr>
          <p:cNvPr id="4" name="내부 메모·정답·개인정보·비밀값이 공개되는 사고를 막음">
            <a:extLst xmlns:a="http://schemas.openxmlformats.org/drawingml/2006/main">
              <a:ext uri="{FF2B5EF4-FFF2-40B4-BE49-F238E27FC236}">
                <a16:creationId xmlns:a16="http://schemas.microsoft.com/office/drawing/2014/main" id="{66394F84-8940-43F3-BA45-ABA39A21A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19200"/>
            <a:ext cx="48577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950" b="1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내부 메모·정답·개인정보·비밀값이 공개되는 사고를 막음</a:t>
            </a:r>
          </a:p>
        </p:txBody>
      </p:sp>
      <p:sp>
        <p:nvSpPr>
          <p:cNvPr id="5" name="내부 메모">
            <a:extLst xmlns:a="http://schemas.openxmlformats.org/drawingml/2006/main">
              <a:ext uri="{FF2B5EF4-FFF2-40B4-BE49-F238E27FC236}">
                <a16:creationId xmlns:a16="http://schemas.microsoft.com/office/drawing/2014/main" id="{B9D9757B-5CF2-4875-8723-FEE54BB9B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47950"/>
            <a:ext cx="4095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516E83"/>
            </a:solidFill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725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내부 메모</a:t>
            </a:r>
          </a:p>
        </p:txBody>
      </p:sp>
      <p:sp>
        <p:nvSpPr>
          <p:cNvPr id="6" name="정답">
            <a:extLst xmlns:a="http://schemas.openxmlformats.org/drawingml/2006/main">
              <a:ext uri="{FF2B5EF4-FFF2-40B4-BE49-F238E27FC236}">
                <a16:creationId xmlns:a16="http://schemas.microsoft.com/office/drawing/2014/main" id="{31B8098C-85EB-4545-8690-15D937DAC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71850"/>
            <a:ext cx="4095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516E83"/>
            </a:solidFill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725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정답</a:t>
            </a:r>
          </a:p>
        </p:txBody>
      </p:sp>
      <p:sp>
        <p:nvSpPr>
          <p:cNvPr id="7" name="개인정보">
            <a:extLst xmlns:a="http://schemas.openxmlformats.org/drawingml/2006/main">
              <a:ext uri="{FF2B5EF4-FFF2-40B4-BE49-F238E27FC236}">
                <a16:creationId xmlns:a16="http://schemas.microsoft.com/office/drawing/2014/main" id="{F11161CF-EA2C-4815-AC5B-6678C6080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0"/>
            <a:ext cx="4095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DEDB"/>
          </a:solidFill>
          <a:ln xmlns:a="http://schemas.openxmlformats.org/drawingml/2006/main" w="19050">
            <a:solidFill>
              <a:srgbClr val="B84F45"/>
            </a:solidFill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725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rPr>
              <a:t>개인정보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f5748d4aaa46fc"/>
          <a:stretch xmlns:a="http://schemas.openxmlformats.org/drawingml/2006/main"/>
        </p:blipFill>
        <p:spPr>
          <a:xfrm xmlns:a="http://schemas.openxmlformats.org/drawingml/2006/main">
            <a:off x="4762500" y="1356287"/>
            <a:ext cx="6858000" cy="3859676"/>
          </a:xfrm>
          <a:prstGeom xmlns:a="http://schemas.openxmlformats.org/drawingml/2006/main" prst="rect">
            <a:avLst/>
          </a:prstGeom>
        </p:spPr>
      </p:pic>
      <p:sp>
        <p:nvSpPr>
          <p:cNvPr id="9" name="직접 할 일  공개·비공개 구분 필요 이해">
            <a:extLst xmlns:a="http://schemas.openxmlformats.org/drawingml/2006/main">
              <a:ext uri="{FF2B5EF4-FFF2-40B4-BE49-F238E27FC236}">
                <a16:creationId xmlns:a16="http://schemas.microsoft.com/office/drawing/2014/main" id="{EF1DC3AC-D6C1-4627-A403-761E073F0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667375"/>
            <a:ext cx="9334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EF"/>
          </a:solidFill>
          <a:ln xmlns:a="http://schemas.openxmlformats.org/drawingml/2006/main" w="19050">
            <a:solidFill>
              <a:srgbClr val="B84F45"/>
            </a:solidFill>
          </a:ln>
        </p:spPr>
        <p:txBody>
          <a:bodyPr xmlns:a="http://schemas.openxmlformats.org/drawingml/2006/main" wrap="square" lIns="76200" tIns="76200" rIns="762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80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rPr>
              <a:t>직접 할 일  공개·비공개 구분 필요 이해</a:t>
            </a:r>
          </a:p>
        </p:txBody>
      </p:sp>
    </p:spTree>
    <p:extLst>
      <p:ext uri="{BB962C8B-B14F-4D97-AF65-F5344CB8AC3E}">
        <p14:creationId xmlns:p14="http://schemas.microsoft.com/office/powerpoint/2010/main" val="102400154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공개·비공개 표를 직접 작성하기">
            <a:extLst xmlns:a="http://schemas.openxmlformats.org/drawingml/2006/main">
              <a:ext uri="{FF2B5EF4-FFF2-40B4-BE49-F238E27FC236}">
                <a16:creationId xmlns:a16="http://schemas.microsoft.com/office/drawing/2014/main" id="{3A089ACD-E33E-44B4-B49F-02B9B9EBD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952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75" b="0">
                <a:solidFill>
                  <a:srgbClr val="242424"/>
                </a:solidFill>
                <a:latin typeface="KCC-Murukmuruk"/>
                <a:ea typeface="KCC-Murukmuruk"/>
                <a:cs typeface="KCC-Murukmuruk"/>
              </a:defRPr>
            </a:pPr>
            <a:r>
              <a:rPr sz="3675" b="0">
                <a:solidFill>
                  <a:srgbClr val="242424"/>
                </a:solidFill>
                <a:latin typeface="KCC-Murukmuruk"/>
                <a:ea typeface="KCC-Murukmuruk"/>
                <a:cs typeface="KCC-Murukmuruk"/>
              </a:rPr>
              <a:t>공개·비공개 표를 직접 작성하기</a:t>
            </a:r>
          </a:p>
        </p:txBody>
      </p:sp>
      <p:sp>
        <p:nvSpPr>
          <p:cNvPr id="2" name="실습">
            <a:extLst xmlns:a="http://schemas.openxmlformats.org/drawingml/2006/main">
              <a:ext uri="{FF2B5EF4-FFF2-40B4-BE49-F238E27FC236}">
                <a16:creationId xmlns:a16="http://schemas.microsoft.com/office/drawing/2014/main" id="{EB7A4819-D6C7-46E9-B397-618EABBE6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90525"/>
            <a:ext cx="1524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84F45"/>
            </a:solidFill>
          </a:ln>
        </p:spPr>
        <p:txBody>
          <a:bodyPr xmlns:a="http://schemas.openxmlformats.org/drawingml/2006/main" wrap="square" lIns="28575" tIns="28575" rIns="2857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650" b="0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rPr>
              <a:t>실습</a:t>
            </a:r>
          </a:p>
        </p:txBody>
      </p:sp>
      <p:sp>
        <p:nvSpPr>
          <p:cNvPr id="3" name="07">
            <a:extLst xmlns:a="http://schemas.openxmlformats.org/drawingml/2006/main">
              <a:ext uri="{FF2B5EF4-FFF2-40B4-BE49-F238E27FC236}">
                <a16:creationId xmlns:a16="http://schemas.microsoft.com/office/drawing/2014/main" id="{ED8852BE-3A8D-4D06-A027-4B5109806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96050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13" b="0">
                <a:solidFill>
                  <a:srgbClr val="767676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613" b="0">
                <a:solidFill>
                  <a:srgbClr val="767676"/>
                </a:solidFill>
                <a:latin typeface="GriunXHangeul OCHUNGI.KIM"/>
                <a:ea typeface="GriunXHangeul OCHUNGI.KIM"/>
                <a:cs typeface="GriunXHangeul OCHUNGI.KIM"/>
              </a:rPr>
              <a:t>07</a:t>
            </a:r>
          </a:p>
        </p:txBody>
      </p:sp>
      <p:sp>
        <p:nvSpPr>
          <p:cNvPr id="4" name="파일별 대상, 사용 시점, 공개 범위, 저작권, 최신 버전">
            <a:extLst xmlns:a="http://schemas.openxmlformats.org/drawingml/2006/main">
              <a:ext uri="{FF2B5EF4-FFF2-40B4-BE49-F238E27FC236}">
                <a16:creationId xmlns:a16="http://schemas.microsoft.com/office/drawing/2014/main" id="{1B75E26C-21C1-43DE-817C-082F4354F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19200"/>
            <a:ext cx="48577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950" b="1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파일별 대상, 사용 시점, 공개 범위, 저작권, 최신 버전</a:t>
            </a:r>
          </a:p>
        </p:txBody>
      </p:sp>
      <p:sp>
        <p:nvSpPr>
          <p:cNvPr id="5" name="파일별 대상">
            <a:extLst xmlns:a="http://schemas.openxmlformats.org/drawingml/2006/main">
              <a:ext uri="{FF2B5EF4-FFF2-40B4-BE49-F238E27FC236}">
                <a16:creationId xmlns:a16="http://schemas.microsoft.com/office/drawing/2014/main" id="{888E60FE-F7BD-4752-9F20-4406A5DFB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47950"/>
            <a:ext cx="4095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516E83"/>
            </a:solidFill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725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파일별 대상</a:t>
            </a:r>
          </a:p>
        </p:txBody>
      </p:sp>
      <p:sp>
        <p:nvSpPr>
          <p:cNvPr id="6" name="사용 시점">
            <a:extLst xmlns:a="http://schemas.openxmlformats.org/drawingml/2006/main">
              <a:ext uri="{FF2B5EF4-FFF2-40B4-BE49-F238E27FC236}">
                <a16:creationId xmlns:a16="http://schemas.microsoft.com/office/drawing/2014/main" id="{29E9D904-E573-455E-A4F2-422BACBD6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71850"/>
            <a:ext cx="4095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516E83"/>
            </a:solidFill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725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사용 시점</a:t>
            </a:r>
          </a:p>
        </p:txBody>
      </p:sp>
      <p:sp>
        <p:nvSpPr>
          <p:cNvPr id="7" name="공개 범위">
            <a:extLst xmlns:a="http://schemas.openxmlformats.org/drawingml/2006/main">
              <a:ext uri="{FF2B5EF4-FFF2-40B4-BE49-F238E27FC236}">
                <a16:creationId xmlns:a16="http://schemas.microsoft.com/office/drawing/2014/main" id="{CE42214E-477F-42BE-BE9C-54C4A98CF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0"/>
            <a:ext cx="4095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DEDB"/>
          </a:solidFill>
          <a:ln xmlns:a="http://schemas.openxmlformats.org/drawingml/2006/main" w="19050">
            <a:solidFill>
              <a:srgbClr val="B84F45"/>
            </a:solidFill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725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rPr>
              <a:t>공개 범위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6332fc877e4c52"/>
          <a:stretch xmlns:a="http://schemas.openxmlformats.org/drawingml/2006/main"/>
        </p:blipFill>
        <p:spPr>
          <a:xfrm xmlns:a="http://schemas.openxmlformats.org/drawingml/2006/main">
            <a:off x="4762500" y="1356287"/>
            <a:ext cx="6858000" cy="3859676"/>
          </a:xfrm>
          <a:prstGeom xmlns:a="http://schemas.openxmlformats.org/drawingml/2006/main" prst="rect">
            <a:avLst/>
          </a:prstGeom>
        </p:spPr>
      </p:pic>
      <p:sp>
        <p:nvSpPr>
          <p:cNvPr id="9" name="직접 할 일  공개 자료 확정">
            <a:extLst xmlns:a="http://schemas.openxmlformats.org/drawingml/2006/main">
              <a:ext uri="{FF2B5EF4-FFF2-40B4-BE49-F238E27FC236}">
                <a16:creationId xmlns:a16="http://schemas.microsoft.com/office/drawing/2014/main" id="{D0FC9059-2741-4CEB-9B15-83F546FBA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667375"/>
            <a:ext cx="9334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EF"/>
          </a:solidFill>
          <a:ln xmlns:a="http://schemas.openxmlformats.org/drawingml/2006/main" w="19050">
            <a:solidFill>
              <a:srgbClr val="B84F45"/>
            </a:solidFill>
          </a:ln>
        </p:spPr>
        <p:txBody>
          <a:bodyPr xmlns:a="http://schemas.openxmlformats.org/drawingml/2006/main" wrap="square" lIns="76200" tIns="76200" rIns="762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80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rPr>
              <a:t>직접 할 일  공개 자료 확정</a:t>
            </a:r>
          </a:p>
        </p:txBody>
      </p:sp>
    </p:spTree>
    <p:extLst>
      <p:ext uri="{BB962C8B-B14F-4D97-AF65-F5344CB8AC3E}">
        <p14:creationId xmlns:p14="http://schemas.microsoft.com/office/powerpoint/2010/main" val="170064215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홈페이지는 여섯 구간이면 시작할 수 있다">
            <a:extLst xmlns:a="http://schemas.openxmlformats.org/drawingml/2006/main">
              <a:ext uri="{FF2B5EF4-FFF2-40B4-BE49-F238E27FC236}">
                <a16:creationId xmlns:a16="http://schemas.microsoft.com/office/drawing/2014/main" id="{F8582A1D-A3BC-4402-8CD2-18A63CE50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952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0">
                <a:solidFill>
                  <a:srgbClr val="242424"/>
                </a:solidFill>
                <a:latin typeface="KCC-Murukmuruk"/>
                <a:ea typeface="KCC-Murukmuruk"/>
                <a:cs typeface="KCC-Murukmuruk"/>
              </a:defRPr>
            </a:pPr>
            <a:r>
              <a:rPr sz="3225" b="0">
                <a:solidFill>
                  <a:srgbClr val="242424"/>
                </a:solidFill>
                <a:latin typeface="KCC-Murukmuruk"/>
                <a:ea typeface="KCC-Murukmuruk"/>
                <a:cs typeface="KCC-Murukmuruk"/>
              </a:rPr>
              <a:t>홈페이지는 여섯 구간이면 시작할 수 있다</a:t>
            </a:r>
          </a:p>
        </p:txBody>
      </p:sp>
      <p:sp>
        <p:nvSpPr>
          <p:cNvPr id="2" name="설명">
            <a:extLst xmlns:a="http://schemas.openxmlformats.org/drawingml/2006/main">
              <a:ext uri="{FF2B5EF4-FFF2-40B4-BE49-F238E27FC236}">
                <a16:creationId xmlns:a16="http://schemas.microsoft.com/office/drawing/2014/main" id="{8914630A-5824-495C-BCA0-6AB08362E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90525"/>
            <a:ext cx="1524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516E83"/>
            </a:solidFill>
          </a:ln>
        </p:spPr>
        <p:txBody>
          <a:bodyPr xmlns:a="http://schemas.openxmlformats.org/drawingml/2006/main" wrap="square" lIns="28575" tIns="28575" rIns="2857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650" b="0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rPr>
              <a:t>설명</a:t>
            </a:r>
          </a:p>
        </p:txBody>
      </p:sp>
      <p:sp>
        <p:nvSpPr>
          <p:cNvPr id="3" name="08">
            <a:extLst xmlns:a="http://schemas.openxmlformats.org/drawingml/2006/main">
              <a:ext uri="{FF2B5EF4-FFF2-40B4-BE49-F238E27FC236}">
                <a16:creationId xmlns:a16="http://schemas.microsoft.com/office/drawing/2014/main" id="{42D7245B-5C69-4175-836E-E66BA9331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96050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13" b="0">
                <a:solidFill>
                  <a:srgbClr val="767676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613" b="0">
                <a:solidFill>
                  <a:srgbClr val="767676"/>
                </a:solidFill>
                <a:latin typeface="GriunXHangeul OCHUNGI.KIM"/>
                <a:ea typeface="GriunXHangeul OCHUNGI.KIM"/>
                <a:cs typeface="GriunXHangeul OCHUNGI.KIM"/>
              </a:rPr>
              <a:t>08</a:t>
            </a:r>
          </a:p>
        </p:txBody>
      </p:sp>
      <p:sp>
        <p:nvSpPr>
          <p:cNvPr id="4" name="첫 화면, 수업 소개, 수업 순서, 교안, 자료, 강사·문의와 출처">
            <a:extLst xmlns:a="http://schemas.openxmlformats.org/drawingml/2006/main">
              <a:ext uri="{FF2B5EF4-FFF2-40B4-BE49-F238E27FC236}">
                <a16:creationId xmlns:a16="http://schemas.microsoft.com/office/drawing/2014/main" id="{ABADF951-A6DC-4512-87B5-D8EB03E79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19200"/>
            <a:ext cx="48577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950" b="1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첫 화면, 수업 소개, 수업 순서, 교안, 자료, 강사·문의와 출처</a:t>
            </a:r>
          </a:p>
        </p:txBody>
      </p:sp>
      <p:sp>
        <p:nvSpPr>
          <p:cNvPr id="5" name="첫 화면">
            <a:extLst xmlns:a="http://schemas.openxmlformats.org/drawingml/2006/main">
              <a:ext uri="{FF2B5EF4-FFF2-40B4-BE49-F238E27FC236}">
                <a16:creationId xmlns:a16="http://schemas.microsoft.com/office/drawing/2014/main" id="{42CB73D8-B20A-465F-9126-3869D0B52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47950"/>
            <a:ext cx="4095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516E83"/>
            </a:solidFill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725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첫 화면</a:t>
            </a:r>
          </a:p>
        </p:txBody>
      </p:sp>
      <p:sp>
        <p:nvSpPr>
          <p:cNvPr id="6" name="수업 소개">
            <a:extLst xmlns:a="http://schemas.openxmlformats.org/drawingml/2006/main">
              <a:ext uri="{FF2B5EF4-FFF2-40B4-BE49-F238E27FC236}">
                <a16:creationId xmlns:a16="http://schemas.microsoft.com/office/drawing/2014/main" id="{78D1D9D0-FE13-4B01-A6ED-B5FCAA65B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71850"/>
            <a:ext cx="4095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516E83"/>
            </a:solidFill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725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수업 소개</a:t>
            </a:r>
          </a:p>
        </p:txBody>
      </p:sp>
      <p:sp>
        <p:nvSpPr>
          <p:cNvPr id="7" name="수업 순서">
            <a:extLst xmlns:a="http://schemas.openxmlformats.org/drawingml/2006/main">
              <a:ext uri="{FF2B5EF4-FFF2-40B4-BE49-F238E27FC236}">
                <a16:creationId xmlns:a16="http://schemas.microsoft.com/office/drawing/2014/main" id="{CD8198A6-B8A8-48FF-9BDF-28048C2B7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0"/>
            <a:ext cx="4095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DEDB"/>
          </a:solidFill>
          <a:ln xmlns:a="http://schemas.openxmlformats.org/drawingml/2006/main" w="19050">
            <a:solidFill>
              <a:srgbClr val="B84F45"/>
            </a:solidFill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725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rPr>
              <a:t>수업 순서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85cb44c5654688"/>
          <a:stretch xmlns:a="http://schemas.openxmlformats.org/drawingml/2006/main"/>
        </p:blipFill>
        <p:spPr>
          <a:xfrm xmlns:a="http://schemas.openxmlformats.org/drawingml/2006/main">
            <a:off x="4762500" y="1356287"/>
            <a:ext cx="6858000" cy="3859676"/>
          </a:xfrm>
          <a:prstGeom xmlns:a="http://schemas.openxmlformats.org/drawingml/2006/main" prst="rect">
            <a:avLst/>
          </a:prstGeom>
        </p:spPr>
      </p:pic>
      <p:sp>
        <p:nvSpPr>
          <p:cNvPr id="9" name="직접 할 일  필요한 구간 선택">
            <a:extLst xmlns:a="http://schemas.openxmlformats.org/drawingml/2006/main">
              <a:ext uri="{FF2B5EF4-FFF2-40B4-BE49-F238E27FC236}">
                <a16:creationId xmlns:a16="http://schemas.microsoft.com/office/drawing/2014/main" id="{FD3FF482-274E-4C89-9182-905540F59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667375"/>
            <a:ext cx="9334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EF"/>
          </a:solidFill>
          <a:ln xmlns:a="http://schemas.openxmlformats.org/drawingml/2006/main" w="19050">
            <a:solidFill>
              <a:srgbClr val="B84F45"/>
            </a:solidFill>
          </a:ln>
        </p:spPr>
        <p:txBody>
          <a:bodyPr xmlns:a="http://schemas.openxmlformats.org/drawingml/2006/main" wrap="square" lIns="76200" tIns="76200" rIns="762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80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rPr>
              <a:t>직접 할 일  필요한 구간 선택</a:t>
            </a:r>
          </a:p>
        </p:txBody>
      </p:sp>
    </p:spTree>
    <p:extLst>
      <p:ext uri="{BB962C8B-B14F-4D97-AF65-F5344CB8AC3E}">
        <p14:creationId xmlns:p14="http://schemas.microsoft.com/office/powerpoint/2010/main" val="88602108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예시: 정치 체제 수업 홈페이지의 자료 흐름">
            <a:extLst xmlns:a="http://schemas.openxmlformats.org/drawingml/2006/main">
              <a:ext uri="{FF2B5EF4-FFF2-40B4-BE49-F238E27FC236}">
                <a16:creationId xmlns:a16="http://schemas.microsoft.com/office/drawing/2014/main" id="{DD8A891E-F0DA-434D-91EF-514B58FF7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952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0">
                <a:solidFill>
                  <a:srgbClr val="242424"/>
                </a:solidFill>
                <a:latin typeface="KCC-Murukmuruk"/>
                <a:ea typeface="KCC-Murukmuruk"/>
                <a:cs typeface="KCC-Murukmuruk"/>
              </a:defRPr>
            </a:pPr>
            <a:r>
              <a:rPr sz="3225" b="0">
                <a:solidFill>
                  <a:srgbClr val="242424"/>
                </a:solidFill>
                <a:latin typeface="KCC-Murukmuruk"/>
                <a:ea typeface="KCC-Murukmuruk"/>
                <a:cs typeface="KCC-Murukmuruk"/>
              </a:rPr>
              <a:t>예시: 정치 체제 수업 홈페이지의 자료 흐름</a:t>
            </a:r>
          </a:p>
        </p:txBody>
      </p:sp>
      <p:sp>
        <p:nvSpPr>
          <p:cNvPr id="2" name="DEMO">
            <a:extLst xmlns:a="http://schemas.openxmlformats.org/drawingml/2006/main">
              <a:ext uri="{FF2B5EF4-FFF2-40B4-BE49-F238E27FC236}">
                <a16:creationId xmlns:a16="http://schemas.microsoft.com/office/drawing/2014/main" id="{D90171FB-C1B6-4ED1-A30F-BDBB5F5EB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90525"/>
            <a:ext cx="1524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516E83"/>
            </a:solidFill>
          </a:ln>
        </p:spPr>
        <p:txBody>
          <a:bodyPr xmlns:a="http://schemas.openxmlformats.org/drawingml/2006/main" wrap="square" lIns="28575" tIns="28575" rIns="2857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650" b="0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rPr>
              <a:t>DEMO</a:t>
            </a:r>
          </a:p>
        </p:txBody>
      </p:sp>
      <p:sp>
        <p:nvSpPr>
          <p:cNvPr id="3" name="09">
            <a:extLst xmlns:a="http://schemas.openxmlformats.org/drawingml/2006/main">
              <a:ext uri="{FF2B5EF4-FFF2-40B4-BE49-F238E27FC236}">
                <a16:creationId xmlns:a16="http://schemas.microsoft.com/office/drawing/2014/main" id="{2678EA81-BCC4-4E07-853A-1A961653A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96050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13" b="0">
                <a:solidFill>
                  <a:srgbClr val="767676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613" b="0">
                <a:solidFill>
                  <a:srgbClr val="767676"/>
                </a:solidFill>
                <a:latin typeface="GriunXHangeul OCHUNGI.KIM"/>
                <a:ea typeface="GriunXHangeul OCHUNGI.KIM"/>
                <a:cs typeface="GriunXHangeul OCHUNGI.KIM"/>
              </a:rPr>
              <a:t>09</a:t>
            </a:r>
          </a:p>
        </p:txBody>
      </p:sp>
      <p:sp>
        <p:nvSpPr>
          <p:cNvPr id="4" name="수업 소개 → 4차시 안내 → 교안 → 시민 삶 지표 카드 → 비교 맵 → 출처">
            <a:extLst xmlns:a="http://schemas.openxmlformats.org/drawingml/2006/main">
              <a:ext uri="{FF2B5EF4-FFF2-40B4-BE49-F238E27FC236}">
                <a16:creationId xmlns:a16="http://schemas.microsoft.com/office/drawing/2014/main" id="{0EE8A5F5-79D9-4B9B-B866-90B0052F1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19200"/>
            <a:ext cx="48577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950" b="1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수업 소개 → 4차시 안내 → 교안 → 시민 삶 지표 카드 → 비교 맵 → 출처</a:t>
            </a:r>
          </a:p>
        </p:txBody>
      </p:sp>
      <p:sp>
        <p:nvSpPr>
          <p:cNvPr id="5" name="수업 소개">
            <a:extLst xmlns:a="http://schemas.openxmlformats.org/drawingml/2006/main">
              <a:ext uri="{FF2B5EF4-FFF2-40B4-BE49-F238E27FC236}">
                <a16:creationId xmlns:a16="http://schemas.microsoft.com/office/drawing/2014/main" id="{B38118B5-0633-43D5-ADA9-3BFDF7E16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47950"/>
            <a:ext cx="4095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516E83"/>
            </a:solidFill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725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수업 소개</a:t>
            </a:r>
          </a:p>
        </p:txBody>
      </p:sp>
      <p:sp>
        <p:nvSpPr>
          <p:cNvPr id="6" name="4차시 안내">
            <a:extLst xmlns:a="http://schemas.openxmlformats.org/drawingml/2006/main">
              <a:ext uri="{FF2B5EF4-FFF2-40B4-BE49-F238E27FC236}">
                <a16:creationId xmlns:a16="http://schemas.microsoft.com/office/drawing/2014/main" id="{884A626E-7576-49F3-95EE-D18609DFD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71850"/>
            <a:ext cx="4095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516E83"/>
            </a:solidFill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725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4차시 안내</a:t>
            </a:r>
          </a:p>
        </p:txBody>
      </p:sp>
      <p:sp>
        <p:nvSpPr>
          <p:cNvPr id="7" name="교안">
            <a:extLst xmlns:a="http://schemas.openxmlformats.org/drawingml/2006/main">
              <a:ext uri="{FF2B5EF4-FFF2-40B4-BE49-F238E27FC236}">
                <a16:creationId xmlns:a16="http://schemas.microsoft.com/office/drawing/2014/main" id="{A38AB958-B0CC-466E-AD35-B7C939F48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0"/>
            <a:ext cx="4095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DEDB"/>
          </a:solidFill>
          <a:ln xmlns:a="http://schemas.openxmlformats.org/drawingml/2006/main" w="19050">
            <a:solidFill>
              <a:srgbClr val="B84F45"/>
            </a:solidFill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725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rPr>
              <a:t>교안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ee8bab86fe4269"/>
          <a:stretch xmlns:a="http://schemas.openxmlformats.org/drawingml/2006/main"/>
        </p:blipFill>
        <p:spPr>
          <a:xfrm xmlns:a="http://schemas.openxmlformats.org/drawingml/2006/main">
            <a:off x="4762500" y="1356287"/>
            <a:ext cx="6858000" cy="3859676"/>
          </a:xfrm>
          <a:prstGeom xmlns:a="http://schemas.openxmlformats.org/drawingml/2006/main" prst="rect">
            <a:avLst/>
          </a:prstGeom>
        </p:spPr>
      </p:pic>
      <p:sp>
        <p:nvSpPr>
          <p:cNvPr id="9" name="직접 할 일  자료 연결 방식 관찰">
            <a:extLst xmlns:a="http://schemas.openxmlformats.org/drawingml/2006/main">
              <a:ext uri="{FF2B5EF4-FFF2-40B4-BE49-F238E27FC236}">
                <a16:creationId xmlns:a16="http://schemas.microsoft.com/office/drawing/2014/main" id="{E8053809-F306-448A-8C53-AD2C35336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667375"/>
            <a:ext cx="9334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EF"/>
          </a:solidFill>
          <a:ln xmlns:a="http://schemas.openxmlformats.org/drawingml/2006/main" w="19050">
            <a:solidFill>
              <a:srgbClr val="B84F45"/>
            </a:solidFill>
          </a:ln>
        </p:spPr>
        <p:txBody>
          <a:bodyPr xmlns:a="http://schemas.openxmlformats.org/drawingml/2006/main" wrap="square" lIns="76200" tIns="76200" rIns="762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80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rPr>
              <a:t>직접 할 일  자료 연결 방식 관찰</a:t>
            </a:r>
          </a:p>
        </p:txBody>
      </p:sp>
    </p:spTree>
    <p:extLst>
      <p:ext uri="{BB962C8B-B14F-4D97-AF65-F5344CB8AC3E}">
        <p14:creationId xmlns:p14="http://schemas.microsoft.com/office/powerpoint/2010/main" val="210949563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내 홈페이지의 구간과 이동 순서 정하기">
            <a:extLst xmlns:a="http://schemas.openxmlformats.org/drawingml/2006/main">
              <a:ext uri="{FF2B5EF4-FFF2-40B4-BE49-F238E27FC236}">
                <a16:creationId xmlns:a16="http://schemas.microsoft.com/office/drawing/2014/main" id="{0F9AD718-C0F7-4A58-A06D-B1FCB9B54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952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0">
                <a:solidFill>
                  <a:srgbClr val="242424"/>
                </a:solidFill>
                <a:latin typeface="KCC-Murukmuruk"/>
                <a:ea typeface="KCC-Murukmuruk"/>
                <a:cs typeface="KCC-Murukmuruk"/>
              </a:defRPr>
            </a:pPr>
            <a:r>
              <a:rPr sz="3225" b="0">
                <a:solidFill>
                  <a:srgbClr val="242424"/>
                </a:solidFill>
                <a:latin typeface="KCC-Murukmuruk"/>
                <a:ea typeface="KCC-Murukmuruk"/>
                <a:cs typeface="KCC-Murukmuruk"/>
              </a:rPr>
              <a:t>내 홈페이지의 구간과 이동 순서 정하기</a:t>
            </a:r>
          </a:p>
        </p:txBody>
      </p:sp>
      <p:sp>
        <p:nvSpPr>
          <p:cNvPr id="2" name="실습">
            <a:extLst xmlns:a="http://schemas.openxmlformats.org/drawingml/2006/main">
              <a:ext uri="{FF2B5EF4-FFF2-40B4-BE49-F238E27FC236}">
                <a16:creationId xmlns:a16="http://schemas.microsoft.com/office/drawing/2014/main" id="{DD4926D2-B24B-474B-B25F-DBBB29C5A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90525"/>
            <a:ext cx="1524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84F45"/>
            </a:solidFill>
          </a:ln>
        </p:spPr>
        <p:txBody>
          <a:bodyPr xmlns:a="http://schemas.openxmlformats.org/drawingml/2006/main" wrap="square" lIns="28575" tIns="28575" rIns="2857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650" b="0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rPr>
              <a:t>실습</a:t>
            </a:r>
          </a:p>
        </p:txBody>
      </p:sp>
      <p:sp>
        <p:nvSpPr>
          <p:cNvPr id="3" name="10">
            <a:extLst xmlns:a="http://schemas.openxmlformats.org/drawingml/2006/main">
              <a:ext uri="{FF2B5EF4-FFF2-40B4-BE49-F238E27FC236}">
                <a16:creationId xmlns:a16="http://schemas.microsoft.com/office/drawing/2014/main" id="{6CD61FAF-01FE-49F0-9DDF-7F034AAFE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96050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13" b="0">
                <a:solidFill>
                  <a:srgbClr val="767676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613" b="0">
                <a:solidFill>
                  <a:srgbClr val="767676"/>
                </a:solidFill>
                <a:latin typeface="GriunXHangeul OCHUNGI.KIM"/>
                <a:ea typeface="GriunXHangeul OCHUNGI.KIM"/>
                <a:cs typeface="GriunXHangeul OCHUNGI.KIM"/>
              </a:rPr>
              <a:t>10</a:t>
            </a:r>
          </a:p>
        </p:txBody>
      </p:sp>
      <p:sp>
        <p:nvSpPr>
          <p:cNvPr id="4" name="핵심">
            <a:extLst xmlns:a="http://schemas.openxmlformats.org/drawingml/2006/main">
              <a:ext uri="{FF2B5EF4-FFF2-40B4-BE49-F238E27FC236}">
                <a16:creationId xmlns:a16="http://schemas.microsoft.com/office/drawing/2014/main" id="{81D9550B-6188-4FFE-81CA-483457759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38250"/>
            <a:ext cx="10001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DEDB"/>
          </a:solidFill>
          <a:ln xmlns:a="http://schemas.openxmlformats.org/drawingml/2006/main" w="19050">
            <a:solidFill>
              <a:srgbClr val="B84F45"/>
            </a:solidFill>
          </a:ln>
        </p:spPr>
        <p:txBody>
          <a:bodyPr xmlns:a="http://schemas.openxmlformats.org/drawingml/2006/main" wrap="square" lIns="28575" tIns="28575" rIns="2857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65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rPr>
              <a:t>핵심</a:t>
            </a:r>
          </a:p>
        </p:txBody>
      </p:sp>
      <p:sp>
        <p:nvSpPr>
          <p:cNvPr id="5" name="구간 이름, 방문 목적, 보여 줄 내용, 연결 파일, 다음 행동">
            <a:extLst xmlns:a="http://schemas.openxmlformats.org/drawingml/2006/main">
              <a:ext uri="{FF2B5EF4-FFF2-40B4-BE49-F238E27FC236}">
                <a16:creationId xmlns:a16="http://schemas.microsoft.com/office/drawing/2014/main" id="{730B9761-4515-49E0-869B-96910643A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1190625"/>
            <a:ext cx="933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2025" b="1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구간 이름, 방문 목적, 보여 줄 내용, 연결 파일, 다음 행동</a:t>
            </a:r>
          </a:p>
        </p:txBody>
      </p:sp>
      <p:sp>
        <p:nvSpPr>
          <p:cNvPr id="6" name="1">
            <a:extLst xmlns:a="http://schemas.openxmlformats.org/drawingml/2006/main">
              <a:ext uri="{FF2B5EF4-FFF2-40B4-BE49-F238E27FC236}">
                <a16:creationId xmlns:a16="http://schemas.microsoft.com/office/drawing/2014/main" id="{70584F1E-707D-476B-9A5A-9662FEE76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19325"/>
            <a:ext cx="495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EC"/>
          </a:solidFill>
          <a:ln xmlns:a="http://schemas.openxmlformats.org/drawingml/2006/main" w="19050">
            <a:solidFill>
              <a:srgbClr val="516E83"/>
            </a:solidFill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2550" b="1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rPr>
              <a:t>1</a:t>
            </a:r>
          </a:p>
        </p:txBody>
      </p:sp>
      <p:sp>
        <p:nvSpPr>
          <p:cNvPr id="7" name="구간 이름">
            <a:extLst xmlns:a="http://schemas.openxmlformats.org/drawingml/2006/main">
              <a:ext uri="{FF2B5EF4-FFF2-40B4-BE49-F238E27FC236}">
                <a16:creationId xmlns:a16="http://schemas.microsoft.com/office/drawing/2014/main" id="{E2870DFE-FFF1-4EE6-A063-1E4F02B26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05125"/>
            <a:ext cx="2381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516E83"/>
            </a:solidFill>
          </a:ln>
        </p:spPr>
        <p:txBody>
          <a:bodyPr xmlns:a="http://schemas.openxmlformats.org/drawingml/2006/main" wrap="square" lIns="133350" tIns="133350" rIns="133350" bIns="1333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875" b="1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구간 이름</a:t>
            </a:r>
          </a:p>
        </p:txBody>
      </p:sp>
      <p:sp>
        <p:nvSpPr>
          <p:cNvPr id="8" name="→">
            <a:extLst xmlns:a="http://schemas.openxmlformats.org/drawingml/2006/main">
              <a:ext uri="{FF2B5EF4-FFF2-40B4-BE49-F238E27FC236}">
                <a16:creationId xmlns:a16="http://schemas.microsoft.com/office/drawing/2014/main" id="{EE8CCE31-E2C5-4EF7-A306-A6A9CD01B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238500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255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rPr>
              <a:t>→</a:t>
            </a:r>
          </a:p>
        </p:txBody>
      </p:sp>
      <p:sp>
        <p:nvSpPr>
          <p:cNvPr id="9" name="2">
            <a:extLst xmlns:a="http://schemas.openxmlformats.org/drawingml/2006/main">
              <a:ext uri="{FF2B5EF4-FFF2-40B4-BE49-F238E27FC236}">
                <a16:creationId xmlns:a16="http://schemas.microsoft.com/office/drawing/2014/main" id="{FE06A1F5-800A-42E5-BE84-C6704EAA3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219325"/>
            <a:ext cx="495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EC"/>
          </a:solidFill>
          <a:ln xmlns:a="http://schemas.openxmlformats.org/drawingml/2006/main" w="19050">
            <a:solidFill>
              <a:srgbClr val="516E83"/>
            </a:solidFill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2550" b="1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rPr>
              <a:t>2</a:t>
            </a:r>
          </a:p>
        </p:txBody>
      </p:sp>
      <p:sp>
        <p:nvSpPr>
          <p:cNvPr id="10" name="방문 목적">
            <a:extLst xmlns:a="http://schemas.openxmlformats.org/drawingml/2006/main">
              <a:ext uri="{FF2B5EF4-FFF2-40B4-BE49-F238E27FC236}">
                <a16:creationId xmlns:a16="http://schemas.microsoft.com/office/drawing/2014/main" id="{F3766247-E90A-492E-A2AD-A49311732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905125"/>
            <a:ext cx="2381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516E83"/>
            </a:solidFill>
          </a:ln>
        </p:spPr>
        <p:txBody>
          <a:bodyPr xmlns:a="http://schemas.openxmlformats.org/drawingml/2006/main" wrap="square" lIns="133350" tIns="133350" rIns="133350" bIns="1333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875" b="1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방문 목적</a:t>
            </a:r>
          </a:p>
        </p:txBody>
      </p:sp>
      <p:sp>
        <p:nvSpPr>
          <p:cNvPr id="11" name="→">
            <a:extLst xmlns:a="http://schemas.openxmlformats.org/drawingml/2006/main">
              <a:ext uri="{FF2B5EF4-FFF2-40B4-BE49-F238E27FC236}">
                <a16:creationId xmlns:a16="http://schemas.microsoft.com/office/drawing/2014/main" id="{B33EC0E5-C517-4EA8-8A65-BF30F7D35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238500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255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rPr>
              <a:t>→</a:t>
            </a:r>
          </a:p>
        </p:txBody>
      </p:sp>
      <p:sp>
        <p:nvSpPr>
          <p:cNvPr id="12" name="3">
            <a:extLst xmlns:a="http://schemas.openxmlformats.org/drawingml/2006/main">
              <a:ext uri="{FF2B5EF4-FFF2-40B4-BE49-F238E27FC236}">
                <a16:creationId xmlns:a16="http://schemas.microsoft.com/office/drawing/2014/main" id="{24D44B07-157E-4B36-A67E-8671D7CA2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219325"/>
            <a:ext cx="495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EC"/>
          </a:solidFill>
          <a:ln xmlns:a="http://schemas.openxmlformats.org/drawingml/2006/main" w="19050">
            <a:solidFill>
              <a:srgbClr val="516E83"/>
            </a:solidFill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2550" b="1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rPr>
              <a:t>3</a:t>
            </a:r>
          </a:p>
        </p:txBody>
      </p:sp>
      <p:sp>
        <p:nvSpPr>
          <p:cNvPr id="13" name="보여 줄 내용">
            <a:extLst xmlns:a="http://schemas.openxmlformats.org/drawingml/2006/main">
              <a:ext uri="{FF2B5EF4-FFF2-40B4-BE49-F238E27FC236}">
                <a16:creationId xmlns:a16="http://schemas.microsoft.com/office/drawing/2014/main" id="{2D029892-4EC6-486A-A7D2-37CF1B836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905125"/>
            <a:ext cx="2381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516E83"/>
            </a:solidFill>
          </a:ln>
        </p:spPr>
        <p:txBody>
          <a:bodyPr xmlns:a="http://schemas.openxmlformats.org/drawingml/2006/main" wrap="square" lIns="133350" tIns="133350" rIns="133350" bIns="1333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875" b="1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보여 줄 내용</a:t>
            </a:r>
          </a:p>
        </p:txBody>
      </p:sp>
      <p:sp>
        <p:nvSpPr>
          <p:cNvPr id="14" name="→">
            <a:extLst xmlns:a="http://schemas.openxmlformats.org/drawingml/2006/main">
              <a:ext uri="{FF2B5EF4-FFF2-40B4-BE49-F238E27FC236}">
                <a16:creationId xmlns:a16="http://schemas.microsoft.com/office/drawing/2014/main" id="{2A834E5F-56A6-4E82-A9E3-801827EE5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238500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255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rPr>
              <a:t>→</a:t>
            </a:r>
          </a:p>
        </p:txBody>
      </p:sp>
      <p:sp>
        <p:nvSpPr>
          <p:cNvPr id="15" name="4">
            <a:extLst xmlns:a="http://schemas.openxmlformats.org/drawingml/2006/main">
              <a:ext uri="{FF2B5EF4-FFF2-40B4-BE49-F238E27FC236}">
                <a16:creationId xmlns:a16="http://schemas.microsoft.com/office/drawing/2014/main" id="{25D445AA-E5B4-4C22-9CBC-1B46C3461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219325"/>
            <a:ext cx="495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DEDB"/>
          </a:solidFill>
          <a:ln xmlns:a="http://schemas.openxmlformats.org/drawingml/2006/main" w="19050">
            <a:solidFill>
              <a:srgbClr val="B84F45"/>
            </a:solidFill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255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rPr>
              <a:t>4</a:t>
            </a:r>
          </a:p>
        </p:txBody>
      </p:sp>
      <p:sp>
        <p:nvSpPr>
          <p:cNvPr id="16" name="연결 파일">
            <a:extLst xmlns:a="http://schemas.openxmlformats.org/drawingml/2006/main">
              <a:ext uri="{FF2B5EF4-FFF2-40B4-BE49-F238E27FC236}">
                <a16:creationId xmlns:a16="http://schemas.microsoft.com/office/drawing/2014/main" id="{8EDA5632-6E5F-40A6-B967-032E7E71E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905125"/>
            <a:ext cx="2381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84F45"/>
            </a:solidFill>
          </a:ln>
        </p:spPr>
        <p:txBody>
          <a:bodyPr xmlns:a="http://schemas.openxmlformats.org/drawingml/2006/main" wrap="square" lIns="133350" tIns="133350" rIns="133350" bIns="1333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875" b="1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연결 파일</a:t>
            </a:r>
          </a:p>
        </p:txBody>
      </p:sp>
      <p:sp>
        <p:nvSpPr>
          <p:cNvPr id="17" name="직접 할 일  자기 홈페이지 구조 작성">
            <a:extLst xmlns:a="http://schemas.openxmlformats.org/drawingml/2006/main">
              <a:ext uri="{FF2B5EF4-FFF2-40B4-BE49-F238E27FC236}">
                <a16:creationId xmlns:a16="http://schemas.microsoft.com/office/drawing/2014/main" id="{A7180642-265F-43F5-AC12-A3DF40879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667375"/>
            <a:ext cx="9334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EF"/>
          </a:solidFill>
          <a:ln xmlns:a="http://schemas.openxmlformats.org/drawingml/2006/main" w="19050">
            <a:solidFill>
              <a:srgbClr val="B84F45"/>
            </a:solidFill>
          </a:ln>
        </p:spPr>
        <p:txBody>
          <a:bodyPr xmlns:a="http://schemas.openxmlformats.org/drawingml/2006/main" wrap="square" lIns="76200" tIns="76200" rIns="762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80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rPr>
              <a:t>직접 할 일  자기 홈페이지 구조 작성</a:t>
            </a:r>
          </a:p>
        </p:txBody>
      </p:sp>
    </p:spTree>
    <p:extLst>
      <p:ext uri="{BB962C8B-B14F-4D97-AF65-F5344CB8AC3E}">
        <p14:creationId xmlns:p14="http://schemas.microsoft.com/office/powerpoint/2010/main" val="167147093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첫 화면은 세 가지 질문에 바로 답해야 한다">
            <a:extLst xmlns:a="http://schemas.openxmlformats.org/drawingml/2006/main">
              <a:ext uri="{FF2B5EF4-FFF2-40B4-BE49-F238E27FC236}">
                <a16:creationId xmlns:a16="http://schemas.microsoft.com/office/drawing/2014/main" id="{DE8F6584-0E34-4636-836F-06A2A80D7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952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0">
                <a:solidFill>
                  <a:srgbClr val="242424"/>
                </a:solidFill>
                <a:latin typeface="KCC-Murukmuruk"/>
                <a:ea typeface="KCC-Murukmuruk"/>
                <a:cs typeface="KCC-Murukmuruk"/>
              </a:defRPr>
            </a:pPr>
            <a:r>
              <a:rPr sz="3225" b="0">
                <a:solidFill>
                  <a:srgbClr val="242424"/>
                </a:solidFill>
                <a:latin typeface="KCC-Murukmuruk"/>
                <a:ea typeface="KCC-Murukmuruk"/>
                <a:cs typeface="KCC-Murukmuruk"/>
              </a:rPr>
              <a:t>첫 화면은 세 가지 질문에 바로 답해야 한다</a:t>
            </a:r>
          </a:p>
        </p:txBody>
      </p:sp>
      <p:sp>
        <p:nvSpPr>
          <p:cNvPr id="2" name="실습">
            <a:extLst xmlns:a="http://schemas.openxmlformats.org/drawingml/2006/main">
              <a:ext uri="{FF2B5EF4-FFF2-40B4-BE49-F238E27FC236}">
                <a16:creationId xmlns:a16="http://schemas.microsoft.com/office/drawing/2014/main" id="{C776C4FA-7CD3-42E1-BCD1-DAF940278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90525"/>
            <a:ext cx="1524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84F45"/>
            </a:solidFill>
          </a:ln>
        </p:spPr>
        <p:txBody>
          <a:bodyPr xmlns:a="http://schemas.openxmlformats.org/drawingml/2006/main" wrap="square" lIns="28575" tIns="28575" rIns="2857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650" b="0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rPr>
              <a:t>실습</a:t>
            </a:r>
          </a:p>
        </p:txBody>
      </p:sp>
      <p:sp>
        <p:nvSpPr>
          <p:cNvPr id="3" name="11">
            <a:extLst xmlns:a="http://schemas.openxmlformats.org/drawingml/2006/main">
              <a:ext uri="{FF2B5EF4-FFF2-40B4-BE49-F238E27FC236}">
                <a16:creationId xmlns:a16="http://schemas.microsoft.com/office/drawing/2014/main" id="{74FFCFAD-7EA1-46C9-BCF2-F62AA5C8B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96050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13" b="0">
                <a:solidFill>
                  <a:srgbClr val="767676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613" b="0">
                <a:solidFill>
                  <a:srgbClr val="767676"/>
                </a:solidFill>
                <a:latin typeface="GriunXHangeul OCHUNGI.KIM"/>
                <a:ea typeface="GriunXHangeul OCHUNGI.KIM"/>
                <a:cs typeface="GriunXHangeul OCHUNGI.KIM"/>
              </a:rPr>
              <a:t>11</a:t>
            </a:r>
          </a:p>
        </p:txBody>
      </p:sp>
      <p:sp>
        <p:nvSpPr>
          <p:cNvPr id="4" name="핵심">
            <a:extLst xmlns:a="http://schemas.openxmlformats.org/drawingml/2006/main">
              <a:ext uri="{FF2B5EF4-FFF2-40B4-BE49-F238E27FC236}">
                <a16:creationId xmlns:a16="http://schemas.microsoft.com/office/drawing/2014/main" id="{444DC454-72CA-4E13-900F-A3D23460E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38250"/>
            <a:ext cx="10001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DEDB"/>
          </a:solidFill>
          <a:ln xmlns:a="http://schemas.openxmlformats.org/drawingml/2006/main" w="19050">
            <a:solidFill>
              <a:srgbClr val="B84F45"/>
            </a:solidFill>
          </a:ln>
        </p:spPr>
        <p:txBody>
          <a:bodyPr xmlns:a="http://schemas.openxmlformats.org/drawingml/2006/main" wrap="square" lIns="28575" tIns="28575" rIns="2857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65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rPr>
              <a:t>핵심</a:t>
            </a:r>
          </a:p>
        </p:txBody>
      </p:sp>
      <p:sp>
        <p:nvSpPr>
          <p:cNvPr id="5" name="무슨 수업인지, 누구를 위한 것인지, 어디서 시작하는지">
            <a:extLst xmlns:a="http://schemas.openxmlformats.org/drawingml/2006/main">
              <a:ext uri="{FF2B5EF4-FFF2-40B4-BE49-F238E27FC236}">
                <a16:creationId xmlns:a16="http://schemas.microsoft.com/office/drawing/2014/main" id="{8EE975B1-A9FD-49B2-8BC5-418F1862E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1190625"/>
            <a:ext cx="933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2025" b="1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무슨 수업인지, 누구를 위한 것인지, 어디서 시작하는지</a:t>
            </a:r>
          </a:p>
        </p:txBody>
      </p:sp>
      <p:sp>
        <p:nvSpPr>
          <p:cNvPr id="6" name="1">
            <a:extLst xmlns:a="http://schemas.openxmlformats.org/drawingml/2006/main">
              <a:ext uri="{FF2B5EF4-FFF2-40B4-BE49-F238E27FC236}">
                <a16:creationId xmlns:a16="http://schemas.microsoft.com/office/drawing/2014/main" id="{F7DFD6A7-93D0-43BB-9C00-0E993CB31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19325"/>
            <a:ext cx="495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EC"/>
          </a:solidFill>
          <a:ln xmlns:a="http://schemas.openxmlformats.org/drawingml/2006/main" w="19050">
            <a:solidFill>
              <a:srgbClr val="516E83"/>
            </a:solidFill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2550" b="1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rPr>
              <a:t>1</a:t>
            </a:r>
          </a:p>
        </p:txBody>
      </p:sp>
      <p:sp>
        <p:nvSpPr>
          <p:cNvPr id="7" name="무슨 수업인지">
            <a:extLst xmlns:a="http://schemas.openxmlformats.org/drawingml/2006/main">
              <a:ext uri="{FF2B5EF4-FFF2-40B4-BE49-F238E27FC236}">
                <a16:creationId xmlns:a16="http://schemas.microsoft.com/office/drawing/2014/main" id="{7B45A890-4DB9-4E17-9206-087B9E7E8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05125"/>
            <a:ext cx="2381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516E83"/>
            </a:solidFill>
          </a:ln>
        </p:spPr>
        <p:txBody>
          <a:bodyPr xmlns:a="http://schemas.openxmlformats.org/drawingml/2006/main" wrap="square" lIns="133350" tIns="133350" rIns="133350" bIns="1333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875" b="1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무슨 수업인지</a:t>
            </a:r>
          </a:p>
        </p:txBody>
      </p:sp>
      <p:sp>
        <p:nvSpPr>
          <p:cNvPr id="8" name="→">
            <a:extLst xmlns:a="http://schemas.openxmlformats.org/drawingml/2006/main">
              <a:ext uri="{FF2B5EF4-FFF2-40B4-BE49-F238E27FC236}">
                <a16:creationId xmlns:a16="http://schemas.microsoft.com/office/drawing/2014/main" id="{B4E59DEB-0CDA-424C-BDD3-4247DBAC2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238500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255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rPr>
              <a:t>→</a:t>
            </a:r>
          </a:p>
        </p:txBody>
      </p:sp>
      <p:sp>
        <p:nvSpPr>
          <p:cNvPr id="9" name="2">
            <a:extLst xmlns:a="http://schemas.openxmlformats.org/drawingml/2006/main">
              <a:ext uri="{FF2B5EF4-FFF2-40B4-BE49-F238E27FC236}">
                <a16:creationId xmlns:a16="http://schemas.microsoft.com/office/drawing/2014/main" id="{50CEB16E-C0D0-448A-B22D-FA2929115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219325"/>
            <a:ext cx="495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EC"/>
          </a:solidFill>
          <a:ln xmlns:a="http://schemas.openxmlformats.org/drawingml/2006/main" w="19050">
            <a:solidFill>
              <a:srgbClr val="516E83"/>
            </a:solidFill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2550" b="1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rPr>
              <a:t>2</a:t>
            </a:r>
          </a:p>
        </p:txBody>
      </p:sp>
      <p:sp>
        <p:nvSpPr>
          <p:cNvPr id="10" name="누구를 위한 것인지">
            <a:extLst xmlns:a="http://schemas.openxmlformats.org/drawingml/2006/main">
              <a:ext uri="{FF2B5EF4-FFF2-40B4-BE49-F238E27FC236}">
                <a16:creationId xmlns:a16="http://schemas.microsoft.com/office/drawing/2014/main" id="{8065BFE1-5CFA-4C7A-9C97-0F2D65303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905125"/>
            <a:ext cx="2381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516E83"/>
            </a:solidFill>
          </a:ln>
        </p:spPr>
        <p:txBody>
          <a:bodyPr xmlns:a="http://schemas.openxmlformats.org/drawingml/2006/main" wrap="square" lIns="133350" tIns="133350" rIns="133350" bIns="1333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875" b="1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누구를 위한 것인지</a:t>
            </a:r>
          </a:p>
        </p:txBody>
      </p:sp>
      <p:sp>
        <p:nvSpPr>
          <p:cNvPr id="11" name="→">
            <a:extLst xmlns:a="http://schemas.openxmlformats.org/drawingml/2006/main">
              <a:ext uri="{FF2B5EF4-FFF2-40B4-BE49-F238E27FC236}">
                <a16:creationId xmlns:a16="http://schemas.microsoft.com/office/drawing/2014/main" id="{ACFECD48-E41F-4F04-B1A4-3E6DAF0E8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238500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255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rPr>
              <a:t>→</a:t>
            </a:r>
          </a:p>
        </p:txBody>
      </p:sp>
      <p:sp>
        <p:nvSpPr>
          <p:cNvPr id="12" name="3">
            <a:extLst xmlns:a="http://schemas.openxmlformats.org/drawingml/2006/main">
              <a:ext uri="{FF2B5EF4-FFF2-40B4-BE49-F238E27FC236}">
                <a16:creationId xmlns:a16="http://schemas.microsoft.com/office/drawing/2014/main" id="{52107CD1-5C2D-469A-B0A7-F558EDE1F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219325"/>
            <a:ext cx="495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EC"/>
          </a:solidFill>
          <a:ln xmlns:a="http://schemas.openxmlformats.org/drawingml/2006/main" w="19050">
            <a:solidFill>
              <a:srgbClr val="516E83"/>
            </a:solidFill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2550" b="1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rPr>
              <a:t>3</a:t>
            </a:r>
          </a:p>
        </p:txBody>
      </p:sp>
      <p:sp>
        <p:nvSpPr>
          <p:cNvPr id="13" name="어디서 시작하는지">
            <a:extLst xmlns:a="http://schemas.openxmlformats.org/drawingml/2006/main">
              <a:ext uri="{FF2B5EF4-FFF2-40B4-BE49-F238E27FC236}">
                <a16:creationId xmlns:a16="http://schemas.microsoft.com/office/drawing/2014/main" id="{9764AFC7-7731-4512-896F-50BC54D54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905125"/>
            <a:ext cx="2381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516E83"/>
            </a:solidFill>
          </a:ln>
        </p:spPr>
        <p:txBody>
          <a:bodyPr xmlns:a="http://schemas.openxmlformats.org/drawingml/2006/main" wrap="square" lIns="133350" tIns="133350" rIns="133350" bIns="1333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875" b="1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어디서 시작하는지</a:t>
            </a:r>
          </a:p>
        </p:txBody>
      </p:sp>
      <p:sp>
        <p:nvSpPr>
          <p:cNvPr id="14" name="→">
            <a:extLst xmlns:a="http://schemas.openxmlformats.org/drawingml/2006/main">
              <a:ext uri="{FF2B5EF4-FFF2-40B4-BE49-F238E27FC236}">
                <a16:creationId xmlns:a16="http://schemas.microsoft.com/office/drawing/2014/main" id="{791312CD-FE79-4046-95FB-6B45A3C5D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238500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255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rPr>
              <a:t>→</a:t>
            </a:r>
          </a:p>
        </p:txBody>
      </p:sp>
      <p:sp>
        <p:nvSpPr>
          <p:cNvPr id="15" name="4">
            <a:extLst xmlns:a="http://schemas.openxmlformats.org/drawingml/2006/main">
              <a:ext uri="{FF2B5EF4-FFF2-40B4-BE49-F238E27FC236}">
                <a16:creationId xmlns:a16="http://schemas.microsoft.com/office/drawing/2014/main" id="{5AA7E5D9-BF78-4DCF-89D7-32642EE99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219325"/>
            <a:ext cx="495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DEDB"/>
          </a:solidFill>
          <a:ln xmlns:a="http://schemas.openxmlformats.org/drawingml/2006/main" w="19050">
            <a:solidFill>
              <a:srgbClr val="B84F45"/>
            </a:solidFill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255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rPr>
              <a:t>4</a:t>
            </a:r>
          </a:p>
        </p:txBody>
      </p:sp>
      <p:sp>
        <p:nvSpPr>
          <p:cNvPr id="16" name="입력 자료 확인">
            <a:extLst xmlns:a="http://schemas.openxmlformats.org/drawingml/2006/main">
              <a:ext uri="{FF2B5EF4-FFF2-40B4-BE49-F238E27FC236}">
                <a16:creationId xmlns:a16="http://schemas.microsoft.com/office/drawing/2014/main" id="{CD01E486-F2B4-4E68-B700-09500EA57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905125"/>
            <a:ext cx="2381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84F45"/>
            </a:solidFill>
          </a:ln>
        </p:spPr>
        <p:txBody>
          <a:bodyPr xmlns:a="http://schemas.openxmlformats.org/drawingml/2006/main" wrap="square" lIns="133350" tIns="133350" rIns="133350" bIns="1333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875" b="1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입력 자료 확인</a:t>
            </a:r>
          </a:p>
        </p:txBody>
      </p:sp>
      <p:sp>
        <p:nvSpPr>
          <p:cNvPr id="17" name="직접 할 일  첫 화면 핵심 문장 작성">
            <a:extLst xmlns:a="http://schemas.openxmlformats.org/drawingml/2006/main">
              <a:ext uri="{FF2B5EF4-FFF2-40B4-BE49-F238E27FC236}">
                <a16:creationId xmlns:a16="http://schemas.microsoft.com/office/drawing/2014/main" id="{80D9BA0E-F99F-46E9-849E-CF79DAF06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667375"/>
            <a:ext cx="9334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EF"/>
          </a:solidFill>
          <a:ln xmlns:a="http://schemas.openxmlformats.org/drawingml/2006/main" w="19050">
            <a:solidFill>
              <a:srgbClr val="B84F45"/>
            </a:solidFill>
          </a:ln>
        </p:spPr>
        <p:txBody>
          <a:bodyPr xmlns:a="http://schemas.openxmlformats.org/drawingml/2006/main" wrap="square" lIns="76200" tIns="76200" rIns="762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80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rPr>
              <a:t>직접 할 일  첫 화면 핵심 문장 작성</a:t>
            </a:r>
          </a:p>
        </p:txBody>
      </p:sp>
    </p:spTree>
    <p:extLst>
      <p:ext uri="{BB962C8B-B14F-4D97-AF65-F5344CB8AC3E}">
        <p14:creationId xmlns:p14="http://schemas.microsoft.com/office/powerpoint/2010/main" val="73738301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수업 소개에는 결과와 준비물을 함께 보여 준다">
            <a:extLst xmlns:a="http://schemas.openxmlformats.org/drawingml/2006/main">
              <a:ext uri="{FF2B5EF4-FFF2-40B4-BE49-F238E27FC236}">
                <a16:creationId xmlns:a16="http://schemas.microsoft.com/office/drawing/2014/main" id="{07E13FE3-E30E-4310-977C-48AF334A6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952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0">
                <a:solidFill>
                  <a:srgbClr val="242424"/>
                </a:solidFill>
                <a:latin typeface="KCC-Murukmuruk"/>
                <a:ea typeface="KCC-Murukmuruk"/>
                <a:cs typeface="KCC-Murukmuruk"/>
              </a:defRPr>
            </a:pPr>
            <a:r>
              <a:rPr sz="3225" b="0">
                <a:solidFill>
                  <a:srgbClr val="242424"/>
                </a:solidFill>
                <a:latin typeface="KCC-Murukmuruk"/>
                <a:ea typeface="KCC-Murukmuruk"/>
                <a:cs typeface="KCC-Murukmuruk"/>
              </a:rPr>
              <a:t>수업 소개에는 결과와 준비물을 함께 보여 준다</a:t>
            </a:r>
          </a:p>
        </p:txBody>
      </p:sp>
      <p:sp>
        <p:nvSpPr>
          <p:cNvPr id="2" name="실습">
            <a:extLst xmlns:a="http://schemas.openxmlformats.org/drawingml/2006/main">
              <a:ext uri="{FF2B5EF4-FFF2-40B4-BE49-F238E27FC236}">
                <a16:creationId xmlns:a16="http://schemas.microsoft.com/office/drawing/2014/main" id="{088290CA-8E5D-4467-B3B5-7488D17B9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90525"/>
            <a:ext cx="1524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84F45"/>
            </a:solidFill>
          </a:ln>
        </p:spPr>
        <p:txBody>
          <a:bodyPr xmlns:a="http://schemas.openxmlformats.org/drawingml/2006/main" wrap="square" lIns="28575" tIns="28575" rIns="2857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650" b="0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rPr>
              <a:t>실습</a:t>
            </a:r>
          </a:p>
        </p:txBody>
      </p:sp>
      <p:sp>
        <p:nvSpPr>
          <p:cNvPr id="3" name="12">
            <a:extLst xmlns:a="http://schemas.openxmlformats.org/drawingml/2006/main">
              <a:ext uri="{FF2B5EF4-FFF2-40B4-BE49-F238E27FC236}">
                <a16:creationId xmlns:a16="http://schemas.microsoft.com/office/drawing/2014/main" id="{170DCE53-2DE5-45CA-A58E-AF41CEDF7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96050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13" b="0">
                <a:solidFill>
                  <a:srgbClr val="767676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613" b="0">
                <a:solidFill>
                  <a:srgbClr val="767676"/>
                </a:solidFill>
                <a:latin typeface="GriunXHangeul OCHUNGI.KIM"/>
                <a:ea typeface="GriunXHangeul OCHUNGI.KIM"/>
                <a:cs typeface="GriunXHangeul OCHUNGI.KIM"/>
              </a:rPr>
              <a:t>12</a:t>
            </a:r>
          </a:p>
        </p:txBody>
      </p:sp>
      <p:sp>
        <p:nvSpPr>
          <p:cNvPr id="4" name="핵심">
            <a:extLst xmlns:a="http://schemas.openxmlformats.org/drawingml/2006/main">
              <a:ext uri="{FF2B5EF4-FFF2-40B4-BE49-F238E27FC236}">
                <a16:creationId xmlns:a16="http://schemas.microsoft.com/office/drawing/2014/main" id="{E45BB3E7-2475-495E-9E29-6BE8340BD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38250"/>
            <a:ext cx="10001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DEDB"/>
          </a:solidFill>
          <a:ln xmlns:a="http://schemas.openxmlformats.org/drawingml/2006/main" w="19050">
            <a:solidFill>
              <a:srgbClr val="B84F45"/>
            </a:solidFill>
          </a:ln>
        </p:spPr>
        <p:txBody>
          <a:bodyPr xmlns:a="http://schemas.openxmlformats.org/drawingml/2006/main" wrap="square" lIns="28575" tIns="28575" rIns="2857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65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rPr>
              <a:t>핵심</a:t>
            </a:r>
          </a:p>
        </p:txBody>
      </p:sp>
      <p:sp>
        <p:nvSpPr>
          <p:cNvPr id="5" name="대상, 배우고 만드는 것, 준비물, 사용 방법">
            <a:extLst xmlns:a="http://schemas.openxmlformats.org/drawingml/2006/main">
              <a:ext uri="{FF2B5EF4-FFF2-40B4-BE49-F238E27FC236}">
                <a16:creationId xmlns:a16="http://schemas.microsoft.com/office/drawing/2014/main" id="{A128888E-2B74-4D05-B066-E0F28C3D1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1190625"/>
            <a:ext cx="933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2025" b="1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대상, 배우고 만드는 것, 준비물, 사용 방법</a:t>
            </a:r>
          </a:p>
        </p:txBody>
      </p:sp>
      <p:sp>
        <p:nvSpPr>
          <p:cNvPr id="6" name="1">
            <a:extLst xmlns:a="http://schemas.openxmlformats.org/drawingml/2006/main">
              <a:ext uri="{FF2B5EF4-FFF2-40B4-BE49-F238E27FC236}">
                <a16:creationId xmlns:a16="http://schemas.microsoft.com/office/drawing/2014/main" id="{046EF170-641B-4B07-A466-6D7B208E6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19325"/>
            <a:ext cx="495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EC"/>
          </a:solidFill>
          <a:ln xmlns:a="http://schemas.openxmlformats.org/drawingml/2006/main" w="19050">
            <a:solidFill>
              <a:srgbClr val="516E83"/>
            </a:solidFill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2550" b="1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rPr>
              <a:t>1</a:t>
            </a:r>
          </a:p>
        </p:txBody>
      </p:sp>
      <p:sp>
        <p:nvSpPr>
          <p:cNvPr id="7" name="대상">
            <a:extLst xmlns:a="http://schemas.openxmlformats.org/drawingml/2006/main">
              <a:ext uri="{FF2B5EF4-FFF2-40B4-BE49-F238E27FC236}">
                <a16:creationId xmlns:a16="http://schemas.microsoft.com/office/drawing/2014/main" id="{07082930-883A-4C21-B3F9-1BBB6289B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05125"/>
            <a:ext cx="2381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516E83"/>
            </a:solidFill>
          </a:ln>
        </p:spPr>
        <p:txBody>
          <a:bodyPr xmlns:a="http://schemas.openxmlformats.org/drawingml/2006/main" wrap="square" lIns="133350" tIns="133350" rIns="133350" bIns="1333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875" b="1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대상</a:t>
            </a:r>
          </a:p>
        </p:txBody>
      </p:sp>
      <p:sp>
        <p:nvSpPr>
          <p:cNvPr id="8" name="→">
            <a:extLst xmlns:a="http://schemas.openxmlformats.org/drawingml/2006/main">
              <a:ext uri="{FF2B5EF4-FFF2-40B4-BE49-F238E27FC236}">
                <a16:creationId xmlns:a16="http://schemas.microsoft.com/office/drawing/2014/main" id="{013057A3-329F-4957-9191-AAC7F42E5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238500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255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rPr>
              <a:t>→</a:t>
            </a:r>
          </a:p>
        </p:txBody>
      </p:sp>
      <p:sp>
        <p:nvSpPr>
          <p:cNvPr id="9" name="2">
            <a:extLst xmlns:a="http://schemas.openxmlformats.org/drawingml/2006/main">
              <a:ext uri="{FF2B5EF4-FFF2-40B4-BE49-F238E27FC236}">
                <a16:creationId xmlns:a16="http://schemas.microsoft.com/office/drawing/2014/main" id="{AEC94613-5519-493A-A817-A55C0BCAC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219325"/>
            <a:ext cx="495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EC"/>
          </a:solidFill>
          <a:ln xmlns:a="http://schemas.openxmlformats.org/drawingml/2006/main" w="19050">
            <a:solidFill>
              <a:srgbClr val="516E83"/>
            </a:solidFill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2550" b="1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rPr>
              <a:t>2</a:t>
            </a:r>
          </a:p>
        </p:txBody>
      </p:sp>
      <p:sp>
        <p:nvSpPr>
          <p:cNvPr id="10" name="배우고 만드는 것">
            <a:extLst xmlns:a="http://schemas.openxmlformats.org/drawingml/2006/main">
              <a:ext uri="{FF2B5EF4-FFF2-40B4-BE49-F238E27FC236}">
                <a16:creationId xmlns:a16="http://schemas.microsoft.com/office/drawing/2014/main" id="{E527B33E-0B17-4FB6-9458-4E89E4CA5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905125"/>
            <a:ext cx="2381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516E83"/>
            </a:solidFill>
          </a:ln>
        </p:spPr>
        <p:txBody>
          <a:bodyPr xmlns:a="http://schemas.openxmlformats.org/drawingml/2006/main" wrap="square" lIns="133350" tIns="133350" rIns="133350" bIns="1333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875" b="1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배우고 만드는 것</a:t>
            </a:r>
          </a:p>
        </p:txBody>
      </p:sp>
      <p:sp>
        <p:nvSpPr>
          <p:cNvPr id="11" name="→">
            <a:extLst xmlns:a="http://schemas.openxmlformats.org/drawingml/2006/main">
              <a:ext uri="{FF2B5EF4-FFF2-40B4-BE49-F238E27FC236}">
                <a16:creationId xmlns:a16="http://schemas.microsoft.com/office/drawing/2014/main" id="{97F51DE0-8B43-46CA-BE8E-8940233D0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238500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255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rPr>
              <a:t>→</a:t>
            </a:r>
          </a:p>
        </p:txBody>
      </p:sp>
      <p:sp>
        <p:nvSpPr>
          <p:cNvPr id="12" name="3">
            <a:extLst xmlns:a="http://schemas.openxmlformats.org/drawingml/2006/main">
              <a:ext uri="{FF2B5EF4-FFF2-40B4-BE49-F238E27FC236}">
                <a16:creationId xmlns:a16="http://schemas.microsoft.com/office/drawing/2014/main" id="{318CEAD5-3CEA-43FF-9EA0-5D32AB30E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219325"/>
            <a:ext cx="495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EC"/>
          </a:solidFill>
          <a:ln xmlns:a="http://schemas.openxmlformats.org/drawingml/2006/main" w="19050">
            <a:solidFill>
              <a:srgbClr val="516E83"/>
            </a:solidFill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2550" b="1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rPr>
              <a:t>3</a:t>
            </a:r>
          </a:p>
        </p:txBody>
      </p:sp>
      <p:sp>
        <p:nvSpPr>
          <p:cNvPr id="13" name="준비물">
            <a:extLst xmlns:a="http://schemas.openxmlformats.org/drawingml/2006/main">
              <a:ext uri="{FF2B5EF4-FFF2-40B4-BE49-F238E27FC236}">
                <a16:creationId xmlns:a16="http://schemas.microsoft.com/office/drawing/2014/main" id="{1093A0D8-78EE-4F01-841A-E49D8A75F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905125"/>
            <a:ext cx="2381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516E83"/>
            </a:solidFill>
          </a:ln>
        </p:spPr>
        <p:txBody>
          <a:bodyPr xmlns:a="http://schemas.openxmlformats.org/drawingml/2006/main" wrap="square" lIns="133350" tIns="133350" rIns="133350" bIns="1333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875" b="1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준비물</a:t>
            </a:r>
          </a:p>
        </p:txBody>
      </p:sp>
      <p:sp>
        <p:nvSpPr>
          <p:cNvPr id="14" name="→">
            <a:extLst xmlns:a="http://schemas.openxmlformats.org/drawingml/2006/main">
              <a:ext uri="{FF2B5EF4-FFF2-40B4-BE49-F238E27FC236}">
                <a16:creationId xmlns:a16="http://schemas.microsoft.com/office/drawing/2014/main" id="{CC0AFAD6-C47F-40C6-9AFC-59AE38B75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238500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255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rPr>
              <a:t>→</a:t>
            </a:r>
          </a:p>
        </p:txBody>
      </p:sp>
      <p:sp>
        <p:nvSpPr>
          <p:cNvPr id="15" name="4">
            <a:extLst xmlns:a="http://schemas.openxmlformats.org/drawingml/2006/main">
              <a:ext uri="{FF2B5EF4-FFF2-40B4-BE49-F238E27FC236}">
                <a16:creationId xmlns:a16="http://schemas.microsoft.com/office/drawing/2014/main" id="{C5A480D2-2FA5-47B5-840F-8FE85A479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219325"/>
            <a:ext cx="495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DEDB"/>
          </a:solidFill>
          <a:ln xmlns:a="http://schemas.openxmlformats.org/drawingml/2006/main" w="19050">
            <a:solidFill>
              <a:srgbClr val="B84F45"/>
            </a:solidFill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255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rPr>
              <a:t>4</a:t>
            </a:r>
          </a:p>
        </p:txBody>
      </p:sp>
      <p:sp>
        <p:nvSpPr>
          <p:cNvPr id="16" name="사용 방법">
            <a:extLst xmlns:a="http://schemas.openxmlformats.org/drawingml/2006/main">
              <a:ext uri="{FF2B5EF4-FFF2-40B4-BE49-F238E27FC236}">
                <a16:creationId xmlns:a16="http://schemas.microsoft.com/office/drawing/2014/main" id="{17F78A81-F85B-4A8B-AC83-0EF701079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905125"/>
            <a:ext cx="2381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84F45"/>
            </a:solidFill>
          </a:ln>
        </p:spPr>
        <p:txBody>
          <a:bodyPr xmlns:a="http://schemas.openxmlformats.org/drawingml/2006/main" wrap="square" lIns="133350" tIns="133350" rIns="133350" bIns="1333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875" b="1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사용 방법</a:t>
            </a:r>
          </a:p>
        </p:txBody>
      </p:sp>
      <p:sp>
        <p:nvSpPr>
          <p:cNvPr id="17" name="직접 할 일  소개 구간 작성">
            <a:extLst xmlns:a="http://schemas.openxmlformats.org/drawingml/2006/main">
              <a:ext uri="{FF2B5EF4-FFF2-40B4-BE49-F238E27FC236}">
                <a16:creationId xmlns:a16="http://schemas.microsoft.com/office/drawing/2014/main" id="{B7705706-A097-46B8-B9EA-A174A1ABF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667375"/>
            <a:ext cx="9334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EF"/>
          </a:solidFill>
          <a:ln xmlns:a="http://schemas.openxmlformats.org/drawingml/2006/main" w="19050">
            <a:solidFill>
              <a:srgbClr val="B84F45"/>
            </a:solidFill>
          </a:ln>
        </p:spPr>
        <p:txBody>
          <a:bodyPr xmlns:a="http://schemas.openxmlformats.org/drawingml/2006/main" wrap="square" lIns="76200" tIns="76200" rIns="762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80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rPr>
              <a:t>직접 할 일  소개 구간 작성</a:t>
            </a:r>
          </a:p>
        </p:txBody>
      </p:sp>
    </p:spTree>
    <p:extLst>
      <p:ext uri="{BB962C8B-B14F-4D97-AF65-F5344CB8AC3E}">
        <p14:creationId xmlns:p14="http://schemas.microsoft.com/office/powerpoint/2010/main" val="112611279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수업 순서는 제목보다 학습자의 행동으로 적는다">
            <a:extLst xmlns:a="http://schemas.openxmlformats.org/drawingml/2006/main">
              <a:ext uri="{FF2B5EF4-FFF2-40B4-BE49-F238E27FC236}">
                <a16:creationId xmlns:a16="http://schemas.microsoft.com/office/drawing/2014/main" id="{6658FC74-F601-4CED-8F5A-285507DE8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952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0">
                <a:solidFill>
                  <a:srgbClr val="242424"/>
                </a:solidFill>
                <a:latin typeface="KCC-Murukmuruk"/>
                <a:ea typeface="KCC-Murukmuruk"/>
                <a:cs typeface="KCC-Murukmuruk"/>
              </a:defRPr>
            </a:pPr>
            <a:r>
              <a:rPr sz="3225" b="0">
                <a:solidFill>
                  <a:srgbClr val="242424"/>
                </a:solidFill>
                <a:latin typeface="KCC-Murukmuruk"/>
                <a:ea typeface="KCC-Murukmuruk"/>
                <a:cs typeface="KCC-Murukmuruk"/>
              </a:rPr>
              <a:t>수업 순서는 제목보다 학습자의 행동으로 적는다</a:t>
            </a:r>
          </a:p>
        </p:txBody>
      </p:sp>
      <p:sp>
        <p:nvSpPr>
          <p:cNvPr id="2" name="실습">
            <a:extLst xmlns:a="http://schemas.openxmlformats.org/drawingml/2006/main">
              <a:ext uri="{FF2B5EF4-FFF2-40B4-BE49-F238E27FC236}">
                <a16:creationId xmlns:a16="http://schemas.microsoft.com/office/drawing/2014/main" id="{CFF21F71-5258-4CAE-ABE9-40D516559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90525"/>
            <a:ext cx="1524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84F45"/>
            </a:solidFill>
          </a:ln>
        </p:spPr>
        <p:txBody>
          <a:bodyPr xmlns:a="http://schemas.openxmlformats.org/drawingml/2006/main" wrap="square" lIns="28575" tIns="28575" rIns="2857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650" b="0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rPr>
              <a:t>실습</a:t>
            </a:r>
          </a:p>
        </p:txBody>
      </p:sp>
      <p:sp>
        <p:nvSpPr>
          <p:cNvPr id="3" name="13">
            <a:extLst xmlns:a="http://schemas.openxmlformats.org/drawingml/2006/main">
              <a:ext uri="{FF2B5EF4-FFF2-40B4-BE49-F238E27FC236}">
                <a16:creationId xmlns:a16="http://schemas.microsoft.com/office/drawing/2014/main" id="{B249CD43-EFD9-41E4-B9E9-2655E19D5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96050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13" b="0">
                <a:solidFill>
                  <a:srgbClr val="767676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613" b="0">
                <a:solidFill>
                  <a:srgbClr val="767676"/>
                </a:solidFill>
                <a:latin typeface="GriunXHangeul OCHUNGI.KIM"/>
                <a:ea typeface="GriunXHangeul OCHUNGI.KIM"/>
                <a:cs typeface="GriunXHangeul OCHUNGI.KIM"/>
              </a:rPr>
              <a:t>13</a:t>
            </a:r>
          </a:p>
        </p:txBody>
      </p:sp>
      <p:sp>
        <p:nvSpPr>
          <p:cNvPr id="4" name="핵심">
            <a:extLst xmlns:a="http://schemas.openxmlformats.org/drawingml/2006/main">
              <a:ext uri="{FF2B5EF4-FFF2-40B4-BE49-F238E27FC236}">
                <a16:creationId xmlns:a16="http://schemas.microsoft.com/office/drawing/2014/main" id="{A1CFEF2A-577A-4C75-80BA-326A01216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38250"/>
            <a:ext cx="10001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DEDB"/>
          </a:solidFill>
          <a:ln xmlns:a="http://schemas.openxmlformats.org/drawingml/2006/main" w="19050">
            <a:solidFill>
              <a:srgbClr val="B84F45"/>
            </a:solidFill>
          </a:ln>
        </p:spPr>
        <p:txBody>
          <a:bodyPr xmlns:a="http://schemas.openxmlformats.org/drawingml/2006/main" wrap="square" lIns="28575" tIns="28575" rIns="2857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65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rPr>
              <a:t>핵심</a:t>
            </a:r>
          </a:p>
        </p:txBody>
      </p:sp>
      <p:sp>
        <p:nvSpPr>
          <p:cNvPr id="5" name="차시별 질문·활동·결과물과 필요한 자료">
            <a:extLst xmlns:a="http://schemas.openxmlformats.org/drawingml/2006/main">
              <a:ext uri="{FF2B5EF4-FFF2-40B4-BE49-F238E27FC236}">
                <a16:creationId xmlns:a16="http://schemas.microsoft.com/office/drawing/2014/main" id="{A5A047EB-FFAA-4220-B438-7527AAFF0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1190625"/>
            <a:ext cx="933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2025" b="1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차시별 질문·활동·결과물과 필요한 자료</a:t>
            </a:r>
          </a:p>
        </p:txBody>
      </p:sp>
      <p:sp>
        <p:nvSpPr>
          <p:cNvPr id="6" name="1">
            <a:extLst xmlns:a="http://schemas.openxmlformats.org/drawingml/2006/main">
              <a:ext uri="{FF2B5EF4-FFF2-40B4-BE49-F238E27FC236}">
                <a16:creationId xmlns:a16="http://schemas.microsoft.com/office/drawing/2014/main" id="{526D817A-FF1A-4FA4-9575-FB45B760C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19325"/>
            <a:ext cx="495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EC"/>
          </a:solidFill>
          <a:ln xmlns:a="http://schemas.openxmlformats.org/drawingml/2006/main" w="19050">
            <a:solidFill>
              <a:srgbClr val="516E83"/>
            </a:solidFill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2550" b="1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rPr>
              <a:t>1</a:t>
            </a:r>
          </a:p>
        </p:txBody>
      </p:sp>
      <p:sp>
        <p:nvSpPr>
          <p:cNvPr id="7" name="차시별 질문">
            <a:extLst xmlns:a="http://schemas.openxmlformats.org/drawingml/2006/main">
              <a:ext uri="{FF2B5EF4-FFF2-40B4-BE49-F238E27FC236}">
                <a16:creationId xmlns:a16="http://schemas.microsoft.com/office/drawing/2014/main" id="{E539B8DD-7FEC-4816-A39F-60DD34E66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05125"/>
            <a:ext cx="2381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516E83"/>
            </a:solidFill>
          </a:ln>
        </p:spPr>
        <p:txBody>
          <a:bodyPr xmlns:a="http://schemas.openxmlformats.org/drawingml/2006/main" wrap="square" lIns="133350" tIns="133350" rIns="133350" bIns="1333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875" b="1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차시별 질문</a:t>
            </a:r>
          </a:p>
        </p:txBody>
      </p:sp>
      <p:sp>
        <p:nvSpPr>
          <p:cNvPr id="8" name="→">
            <a:extLst xmlns:a="http://schemas.openxmlformats.org/drawingml/2006/main">
              <a:ext uri="{FF2B5EF4-FFF2-40B4-BE49-F238E27FC236}">
                <a16:creationId xmlns:a16="http://schemas.microsoft.com/office/drawing/2014/main" id="{82A91A8D-CC8D-4ECC-A101-6A8F0B02F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238500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255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rPr>
              <a:t>→</a:t>
            </a:r>
          </a:p>
        </p:txBody>
      </p:sp>
      <p:sp>
        <p:nvSpPr>
          <p:cNvPr id="9" name="2">
            <a:extLst xmlns:a="http://schemas.openxmlformats.org/drawingml/2006/main">
              <a:ext uri="{FF2B5EF4-FFF2-40B4-BE49-F238E27FC236}">
                <a16:creationId xmlns:a16="http://schemas.microsoft.com/office/drawing/2014/main" id="{AF4A15C5-48BD-4C5A-BFB7-D59C1D30D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219325"/>
            <a:ext cx="495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EC"/>
          </a:solidFill>
          <a:ln xmlns:a="http://schemas.openxmlformats.org/drawingml/2006/main" w="19050">
            <a:solidFill>
              <a:srgbClr val="516E83"/>
            </a:solidFill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2550" b="1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rPr>
              <a:t>2</a:t>
            </a:r>
          </a:p>
        </p:txBody>
      </p:sp>
      <p:sp>
        <p:nvSpPr>
          <p:cNvPr id="10" name="활동">
            <a:extLst xmlns:a="http://schemas.openxmlformats.org/drawingml/2006/main">
              <a:ext uri="{FF2B5EF4-FFF2-40B4-BE49-F238E27FC236}">
                <a16:creationId xmlns:a16="http://schemas.microsoft.com/office/drawing/2014/main" id="{63EC225D-3932-4458-BC80-552988501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905125"/>
            <a:ext cx="2381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516E83"/>
            </a:solidFill>
          </a:ln>
        </p:spPr>
        <p:txBody>
          <a:bodyPr xmlns:a="http://schemas.openxmlformats.org/drawingml/2006/main" wrap="square" lIns="133350" tIns="133350" rIns="133350" bIns="1333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875" b="1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활동</a:t>
            </a:r>
          </a:p>
        </p:txBody>
      </p:sp>
      <p:sp>
        <p:nvSpPr>
          <p:cNvPr id="11" name="→">
            <a:extLst xmlns:a="http://schemas.openxmlformats.org/drawingml/2006/main">
              <a:ext uri="{FF2B5EF4-FFF2-40B4-BE49-F238E27FC236}">
                <a16:creationId xmlns:a16="http://schemas.microsoft.com/office/drawing/2014/main" id="{9C3E3C35-0694-4A15-B964-068625F57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238500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255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rPr>
              <a:t>→</a:t>
            </a:r>
          </a:p>
        </p:txBody>
      </p:sp>
      <p:sp>
        <p:nvSpPr>
          <p:cNvPr id="12" name="3">
            <a:extLst xmlns:a="http://schemas.openxmlformats.org/drawingml/2006/main">
              <a:ext uri="{FF2B5EF4-FFF2-40B4-BE49-F238E27FC236}">
                <a16:creationId xmlns:a16="http://schemas.microsoft.com/office/drawing/2014/main" id="{A0680ADF-4EA9-4494-9C55-DEC0FD501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219325"/>
            <a:ext cx="495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EC"/>
          </a:solidFill>
          <a:ln xmlns:a="http://schemas.openxmlformats.org/drawingml/2006/main" w="19050">
            <a:solidFill>
              <a:srgbClr val="516E83"/>
            </a:solidFill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2550" b="1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rPr>
              <a:t>3</a:t>
            </a:r>
          </a:p>
        </p:txBody>
      </p:sp>
      <p:sp>
        <p:nvSpPr>
          <p:cNvPr id="13" name="결과물과 필요한 자료">
            <a:extLst xmlns:a="http://schemas.openxmlformats.org/drawingml/2006/main">
              <a:ext uri="{FF2B5EF4-FFF2-40B4-BE49-F238E27FC236}">
                <a16:creationId xmlns:a16="http://schemas.microsoft.com/office/drawing/2014/main" id="{849CFC3C-3DC8-44E9-8200-4E38B7F7A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905125"/>
            <a:ext cx="2381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516E83"/>
            </a:solidFill>
          </a:ln>
        </p:spPr>
        <p:txBody>
          <a:bodyPr xmlns:a="http://schemas.openxmlformats.org/drawingml/2006/main" wrap="square" lIns="133350" tIns="133350" rIns="133350" bIns="1333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875" b="1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결과물과 필요한 자료</a:t>
            </a:r>
          </a:p>
        </p:txBody>
      </p:sp>
      <p:sp>
        <p:nvSpPr>
          <p:cNvPr id="14" name="→">
            <a:extLst xmlns:a="http://schemas.openxmlformats.org/drawingml/2006/main">
              <a:ext uri="{FF2B5EF4-FFF2-40B4-BE49-F238E27FC236}">
                <a16:creationId xmlns:a16="http://schemas.microsoft.com/office/drawing/2014/main" id="{D1CA6386-59CD-487F-9391-391FF3A9A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238500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255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rPr>
              <a:t>→</a:t>
            </a:r>
          </a:p>
        </p:txBody>
      </p:sp>
      <p:sp>
        <p:nvSpPr>
          <p:cNvPr id="15" name="4">
            <a:extLst xmlns:a="http://schemas.openxmlformats.org/drawingml/2006/main">
              <a:ext uri="{FF2B5EF4-FFF2-40B4-BE49-F238E27FC236}">
                <a16:creationId xmlns:a16="http://schemas.microsoft.com/office/drawing/2014/main" id="{631B640E-9776-4977-BB85-D0E50E3F9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219325"/>
            <a:ext cx="495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DEDB"/>
          </a:solidFill>
          <a:ln xmlns:a="http://schemas.openxmlformats.org/drawingml/2006/main" w="19050">
            <a:solidFill>
              <a:srgbClr val="B84F45"/>
            </a:solidFill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255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rPr>
              <a:t>4</a:t>
            </a:r>
          </a:p>
        </p:txBody>
      </p:sp>
      <p:sp>
        <p:nvSpPr>
          <p:cNvPr id="16" name="입력 자료 확인">
            <a:extLst xmlns:a="http://schemas.openxmlformats.org/drawingml/2006/main">
              <a:ext uri="{FF2B5EF4-FFF2-40B4-BE49-F238E27FC236}">
                <a16:creationId xmlns:a16="http://schemas.microsoft.com/office/drawing/2014/main" id="{9CCCFD7F-1337-4481-8267-608636556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905125"/>
            <a:ext cx="2381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84F45"/>
            </a:solidFill>
          </a:ln>
        </p:spPr>
        <p:txBody>
          <a:bodyPr xmlns:a="http://schemas.openxmlformats.org/drawingml/2006/main" wrap="square" lIns="133350" tIns="133350" rIns="133350" bIns="1333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875" b="1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입력 자료 확인</a:t>
            </a:r>
          </a:p>
        </p:txBody>
      </p:sp>
      <p:sp>
        <p:nvSpPr>
          <p:cNvPr id="17" name="직접 할 일  차시 안내 작성">
            <a:extLst xmlns:a="http://schemas.openxmlformats.org/drawingml/2006/main">
              <a:ext uri="{FF2B5EF4-FFF2-40B4-BE49-F238E27FC236}">
                <a16:creationId xmlns:a16="http://schemas.microsoft.com/office/drawing/2014/main" id="{E0BD2E63-29BB-4BE1-9AB4-F683E9239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667375"/>
            <a:ext cx="9334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EF"/>
          </a:solidFill>
          <a:ln xmlns:a="http://schemas.openxmlformats.org/drawingml/2006/main" w="19050">
            <a:solidFill>
              <a:srgbClr val="B84F45"/>
            </a:solidFill>
          </a:ln>
        </p:spPr>
        <p:txBody>
          <a:bodyPr xmlns:a="http://schemas.openxmlformats.org/drawingml/2006/main" wrap="square" lIns="76200" tIns="76200" rIns="762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80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rPr>
              <a:t>직접 할 일  차시 안내 작성</a:t>
            </a:r>
          </a:p>
        </p:txBody>
      </p:sp>
    </p:spTree>
    <p:extLst>
      <p:ext uri="{BB962C8B-B14F-4D97-AF65-F5344CB8AC3E}">
        <p14:creationId xmlns:p14="http://schemas.microsoft.com/office/powerpoint/2010/main" val="111319074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교안은 보기와 내려받기를 구분한다">
            <a:extLst xmlns:a="http://schemas.openxmlformats.org/drawingml/2006/main">
              <a:ext uri="{FF2B5EF4-FFF2-40B4-BE49-F238E27FC236}">
                <a16:creationId xmlns:a16="http://schemas.microsoft.com/office/drawing/2014/main" id="{F35FFAC3-0B5D-4522-98B2-26B5394E2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952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75" b="0">
                <a:solidFill>
                  <a:srgbClr val="242424"/>
                </a:solidFill>
                <a:latin typeface="KCC-Murukmuruk"/>
                <a:ea typeface="KCC-Murukmuruk"/>
                <a:cs typeface="KCC-Murukmuruk"/>
              </a:defRPr>
            </a:pPr>
            <a:r>
              <a:rPr sz="3675" b="0">
                <a:solidFill>
                  <a:srgbClr val="242424"/>
                </a:solidFill>
                <a:latin typeface="KCC-Murukmuruk"/>
                <a:ea typeface="KCC-Murukmuruk"/>
                <a:cs typeface="KCC-Murukmuruk"/>
              </a:rPr>
              <a:t>교안은 보기와 내려받기를 구분한다</a:t>
            </a:r>
          </a:p>
        </p:txBody>
      </p:sp>
      <p:sp>
        <p:nvSpPr>
          <p:cNvPr id="2" name="실습">
            <a:extLst xmlns:a="http://schemas.openxmlformats.org/drawingml/2006/main">
              <a:ext uri="{FF2B5EF4-FFF2-40B4-BE49-F238E27FC236}">
                <a16:creationId xmlns:a16="http://schemas.microsoft.com/office/drawing/2014/main" id="{7368CBEC-E096-4869-B7C5-CBA32CB06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90525"/>
            <a:ext cx="1524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84F45"/>
            </a:solidFill>
          </a:ln>
        </p:spPr>
        <p:txBody>
          <a:bodyPr xmlns:a="http://schemas.openxmlformats.org/drawingml/2006/main" wrap="square" lIns="28575" tIns="28575" rIns="2857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650" b="0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rPr>
              <a:t>실습</a:t>
            </a:r>
          </a:p>
        </p:txBody>
      </p:sp>
      <p:sp>
        <p:nvSpPr>
          <p:cNvPr id="3" name="14">
            <a:extLst xmlns:a="http://schemas.openxmlformats.org/drawingml/2006/main">
              <a:ext uri="{FF2B5EF4-FFF2-40B4-BE49-F238E27FC236}">
                <a16:creationId xmlns:a16="http://schemas.microsoft.com/office/drawing/2014/main" id="{F196E349-5B3D-46FE-8A4E-0687AC2E4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96050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13" b="0">
                <a:solidFill>
                  <a:srgbClr val="767676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613" b="0">
                <a:solidFill>
                  <a:srgbClr val="767676"/>
                </a:solidFill>
                <a:latin typeface="GriunXHangeul OCHUNGI.KIM"/>
                <a:ea typeface="GriunXHangeul OCHUNGI.KIM"/>
                <a:cs typeface="GriunXHangeul OCHUNGI.KIM"/>
              </a:rPr>
              <a:t>14</a:t>
            </a:r>
          </a:p>
        </p:txBody>
      </p:sp>
      <p:sp>
        <p:nvSpPr>
          <p:cNvPr id="4" name="핵심">
            <a:extLst xmlns:a="http://schemas.openxmlformats.org/drawingml/2006/main">
              <a:ext uri="{FF2B5EF4-FFF2-40B4-BE49-F238E27FC236}">
                <a16:creationId xmlns:a16="http://schemas.microsoft.com/office/drawing/2014/main" id="{56ECCF98-0E14-487D-A902-24E3F3C81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38250"/>
            <a:ext cx="10001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DEDB"/>
          </a:solidFill>
          <a:ln xmlns:a="http://schemas.openxmlformats.org/drawingml/2006/main" w="19050">
            <a:solidFill>
              <a:srgbClr val="B84F45"/>
            </a:solidFill>
          </a:ln>
        </p:spPr>
        <p:txBody>
          <a:bodyPr xmlns:a="http://schemas.openxmlformats.org/drawingml/2006/main" wrap="square" lIns="28575" tIns="28575" rIns="2857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65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rPr>
              <a:t>핵심</a:t>
            </a:r>
          </a:p>
        </p:txBody>
      </p:sp>
      <p:sp>
        <p:nvSpPr>
          <p:cNvPr id="5" name="HTML 바로 열기, PPTX/PDF 내려받기, 새 창과 다운로드의 차이">
            <a:extLst xmlns:a="http://schemas.openxmlformats.org/drawingml/2006/main">
              <a:ext uri="{FF2B5EF4-FFF2-40B4-BE49-F238E27FC236}">
                <a16:creationId xmlns:a16="http://schemas.microsoft.com/office/drawing/2014/main" id="{D4C341C2-ED43-4004-9C24-3112167C4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1190625"/>
            <a:ext cx="933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2025" b="1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HTML 바로 열기, PPTX/PDF 내려받기, 새 창과 다운로드의 차이</a:t>
            </a:r>
          </a:p>
        </p:txBody>
      </p:sp>
      <p:sp>
        <p:nvSpPr>
          <p:cNvPr id="6" name="선택 A">
            <a:extLst xmlns:a="http://schemas.openxmlformats.org/drawingml/2006/main">
              <a:ext uri="{FF2B5EF4-FFF2-40B4-BE49-F238E27FC236}">
                <a16:creationId xmlns:a16="http://schemas.microsoft.com/office/drawing/2014/main" id="{D7F428EF-8902-4635-8B92-AA2D6D119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4762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EC"/>
          </a:solidFill>
          <a:ln xmlns:a="http://schemas.openxmlformats.org/drawingml/2006/main" w="19050">
            <a:solidFill>
              <a:srgbClr val="516E83"/>
            </a:solidFill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950" b="1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rPr>
              <a:t>선택 A</a:t>
            </a:r>
          </a:p>
        </p:txBody>
      </p:sp>
      <p:sp>
        <p:nvSpPr>
          <p:cNvPr id="7" name="선택 B">
            <a:extLst xmlns:a="http://schemas.openxmlformats.org/drawingml/2006/main">
              <a:ext uri="{FF2B5EF4-FFF2-40B4-BE49-F238E27FC236}">
                <a16:creationId xmlns:a16="http://schemas.microsoft.com/office/drawing/2014/main" id="{F6A5D097-4E87-4AFA-B4D4-E81477C16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95500"/>
            <a:ext cx="4762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DEDB"/>
          </a:solidFill>
          <a:ln xmlns:a="http://schemas.openxmlformats.org/drawingml/2006/main" w="19050">
            <a:solidFill>
              <a:srgbClr val="B84F45"/>
            </a:solidFill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95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rPr>
              <a:t>선택 B</a:t>
            </a:r>
          </a:p>
        </p:txBody>
      </p:sp>
      <p:sp>
        <p:nvSpPr>
          <p:cNvPr id="8" name="HTML 바로 열기">
            <a:extLst xmlns:a="http://schemas.openxmlformats.org/drawingml/2006/main">
              <a:ext uri="{FF2B5EF4-FFF2-40B4-BE49-F238E27FC236}">
                <a16:creationId xmlns:a16="http://schemas.microsoft.com/office/drawing/2014/main" id="{BCB9D8CF-0C6D-4C57-9CC0-45A67982C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43200"/>
            <a:ext cx="4762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516E83"/>
            </a:solidFill>
          </a:ln>
        </p:spPr>
        <p:txBody>
          <a:bodyPr xmlns:a="http://schemas.openxmlformats.org/drawingml/2006/main" wrap="square" lIns="133350" tIns="133350" rIns="133350" bIns="1333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725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HTML 바로 열기</a:t>
            </a:r>
          </a:p>
        </p:txBody>
      </p:sp>
      <p:sp>
        <p:nvSpPr>
          <p:cNvPr id="9" name="입력 자료 확인">
            <a:extLst xmlns:a="http://schemas.openxmlformats.org/drawingml/2006/main">
              <a:ext uri="{FF2B5EF4-FFF2-40B4-BE49-F238E27FC236}">
                <a16:creationId xmlns:a16="http://schemas.microsoft.com/office/drawing/2014/main" id="{E0FE8107-3D9F-4C0E-8436-3DF4BF1C1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743200"/>
            <a:ext cx="4762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84F45"/>
            </a:solidFill>
          </a:ln>
        </p:spPr>
        <p:txBody>
          <a:bodyPr xmlns:a="http://schemas.openxmlformats.org/drawingml/2006/main" wrap="square" lIns="133350" tIns="133350" rIns="133350" bIns="1333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725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입력 자료 확인</a:t>
            </a:r>
          </a:p>
        </p:txBody>
      </p:sp>
      <p:sp>
        <p:nvSpPr>
          <p:cNvPr id="10" name="PPTX/PDF 내려받기">
            <a:extLst xmlns:a="http://schemas.openxmlformats.org/drawingml/2006/main">
              <a:ext uri="{FF2B5EF4-FFF2-40B4-BE49-F238E27FC236}">
                <a16:creationId xmlns:a16="http://schemas.microsoft.com/office/drawing/2014/main" id="{C3B41356-34F9-40E7-9F7A-79CD8C1EB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86150"/>
            <a:ext cx="4762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516E83"/>
            </a:solidFill>
          </a:ln>
        </p:spPr>
        <p:txBody>
          <a:bodyPr xmlns:a="http://schemas.openxmlformats.org/drawingml/2006/main" wrap="square" lIns="133350" tIns="133350" rIns="133350" bIns="1333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725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PPTX/PDF 내려받기</a:t>
            </a:r>
          </a:p>
        </p:txBody>
      </p:sp>
      <p:sp>
        <p:nvSpPr>
          <p:cNvPr id="11" name="작업 범위 지정">
            <a:extLst xmlns:a="http://schemas.openxmlformats.org/drawingml/2006/main">
              <a:ext uri="{FF2B5EF4-FFF2-40B4-BE49-F238E27FC236}">
                <a16:creationId xmlns:a16="http://schemas.microsoft.com/office/drawing/2014/main" id="{AE8F7A15-1C40-4B96-B18E-521043C85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486150"/>
            <a:ext cx="4762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84F45"/>
            </a:solidFill>
          </a:ln>
        </p:spPr>
        <p:txBody>
          <a:bodyPr xmlns:a="http://schemas.openxmlformats.org/drawingml/2006/main" wrap="square" lIns="133350" tIns="133350" rIns="133350" bIns="1333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725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작업 범위 지정</a:t>
            </a:r>
          </a:p>
        </p:txBody>
      </p:sp>
      <p:sp>
        <p:nvSpPr>
          <p:cNvPr id="12" name="새 창과 다운로드의 차이">
            <a:extLst xmlns:a="http://schemas.openxmlformats.org/drawingml/2006/main">
              <a:ext uri="{FF2B5EF4-FFF2-40B4-BE49-F238E27FC236}">
                <a16:creationId xmlns:a16="http://schemas.microsoft.com/office/drawing/2014/main" id="{E41992A0-44BD-4B39-9FE9-0327B9150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29100"/>
            <a:ext cx="4762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516E83"/>
            </a:solidFill>
          </a:ln>
        </p:spPr>
        <p:txBody>
          <a:bodyPr xmlns:a="http://schemas.openxmlformats.org/drawingml/2006/main" wrap="square" lIns="133350" tIns="133350" rIns="133350" bIns="1333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725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새 창과 다운로드의 차이</a:t>
            </a:r>
          </a:p>
        </p:txBody>
      </p:sp>
      <p:sp>
        <p:nvSpPr>
          <p:cNvPr id="13" name="완료 증거 기록">
            <a:extLst xmlns:a="http://schemas.openxmlformats.org/drawingml/2006/main">
              <a:ext uri="{FF2B5EF4-FFF2-40B4-BE49-F238E27FC236}">
                <a16:creationId xmlns:a16="http://schemas.microsoft.com/office/drawing/2014/main" id="{856A470D-55A5-4CA8-9F4A-80B13131D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229100"/>
            <a:ext cx="4762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84F45"/>
            </a:solidFill>
          </a:ln>
        </p:spPr>
        <p:txBody>
          <a:bodyPr xmlns:a="http://schemas.openxmlformats.org/drawingml/2006/main" wrap="square" lIns="133350" tIns="133350" rIns="133350" bIns="1333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725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완료 증거 기록</a:t>
            </a:r>
          </a:p>
        </p:txBody>
      </p:sp>
      <p:sp>
        <p:nvSpPr>
          <p:cNvPr id="14" name="직접 할 일  교안 연결 방식 선택">
            <a:extLst xmlns:a="http://schemas.openxmlformats.org/drawingml/2006/main">
              <a:ext uri="{FF2B5EF4-FFF2-40B4-BE49-F238E27FC236}">
                <a16:creationId xmlns:a16="http://schemas.microsoft.com/office/drawing/2014/main" id="{42D438FC-F965-4D6B-8069-0ADC4A5AA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667375"/>
            <a:ext cx="9334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EF"/>
          </a:solidFill>
          <a:ln xmlns:a="http://schemas.openxmlformats.org/drawingml/2006/main" w="19050">
            <a:solidFill>
              <a:srgbClr val="B84F45"/>
            </a:solidFill>
          </a:ln>
        </p:spPr>
        <p:txBody>
          <a:bodyPr xmlns:a="http://schemas.openxmlformats.org/drawingml/2006/main" wrap="square" lIns="76200" tIns="76200" rIns="762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80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rPr>
              <a:t>직접 할 일  교안 연결 방식 선택</a:t>
            </a:r>
          </a:p>
        </p:txBody>
      </p:sp>
    </p:spTree>
    <p:extLst>
      <p:ext uri="{BB962C8B-B14F-4D97-AF65-F5344CB8AC3E}">
        <p14:creationId xmlns:p14="http://schemas.microsoft.com/office/powerpoint/2010/main" val="129034332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활동자료는 사용할 순간이 보여야 한다">
            <a:extLst xmlns:a="http://schemas.openxmlformats.org/drawingml/2006/main">
              <a:ext uri="{FF2B5EF4-FFF2-40B4-BE49-F238E27FC236}">
                <a16:creationId xmlns:a16="http://schemas.microsoft.com/office/drawing/2014/main" id="{009915EA-BDAC-42E4-8934-5B0E9C6E9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952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0">
                <a:solidFill>
                  <a:srgbClr val="242424"/>
                </a:solidFill>
                <a:latin typeface="KCC-Murukmuruk"/>
                <a:ea typeface="KCC-Murukmuruk"/>
                <a:cs typeface="KCC-Murukmuruk"/>
              </a:defRPr>
            </a:pPr>
            <a:r>
              <a:rPr sz="3225" b="0">
                <a:solidFill>
                  <a:srgbClr val="242424"/>
                </a:solidFill>
                <a:latin typeface="KCC-Murukmuruk"/>
                <a:ea typeface="KCC-Murukmuruk"/>
                <a:cs typeface="KCC-Murukmuruk"/>
              </a:rPr>
              <a:t>활동자료는 사용할 순간이 보여야 한다</a:t>
            </a:r>
          </a:p>
        </p:txBody>
      </p:sp>
      <p:sp>
        <p:nvSpPr>
          <p:cNvPr id="2" name="실습">
            <a:extLst xmlns:a="http://schemas.openxmlformats.org/drawingml/2006/main">
              <a:ext uri="{FF2B5EF4-FFF2-40B4-BE49-F238E27FC236}">
                <a16:creationId xmlns:a16="http://schemas.microsoft.com/office/drawing/2014/main" id="{D947379F-40A3-405B-AC40-C2CD3C256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90525"/>
            <a:ext cx="1524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84F45"/>
            </a:solidFill>
          </a:ln>
        </p:spPr>
        <p:txBody>
          <a:bodyPr xmlns:a="http://schemas.openxmlformats.org/drawingml/2006/main" wrap="square" lIns="28575" tIns="28575" rIns="2857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650" b="0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rPr>
              <a:t>실습</a:t>
            </a:r>
          </a:p>
        </p:txBody>
      </p:sp>
      <p:sp>
        <p:nvSpPr>
          <p:cNvPr id="3" name="15">
            <a:extLst xmlns:a="http://schemas.openxmlformats.org/drawingml/2006/main">
              <a:ext uri="{FF2B5EF4-FFF2-40B4-BE49-F238E27FC236}">
                <a16:creationId xmlns:a16="http://schemas.microsoft.com/office/drawing/2014/main" id="{D451082A-703F-4F0F-8D1F-E52A58473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96050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13" b="0">
                <a:solidFill>
                  <a:srgbClr val="767676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613" b="0">
                <a:solidFill>
                  <a:srgbClr val="767676"/>
                </a:solidFill>
                <a:latin typeface="GriunXHangeul OCHUNGI.KIM"/>
                <a:ea typeface="GriunXHangeul OCHUNGI.KIM"/>
                <a:cs typeface="GriunXHangeul OCHUNGI.KIM"/>
              </a:rPr>
              <a:t>15</a:t>
            </a:r>
          </a:p>
        </p:txBody>
      </p:sp>
      <p:sp>
        <p:nvSpPr>
          <p:cNvPr id="4" name="핵심">
            <a:extLst xmlns:a="http://schemas.openxmlformats.org/drawingml/2006/main">
              <a:ext uri="{FF2B5EF4-FFF2-40B4-BE49-F238E27FC236}">
                <a16:creationId xmlns:a16="http://schemas.microsoft.com/office/drawing/2014/main" id="{DB56E259-C40D-4ECC-A7D3-122D0DFE8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38250"/>
            <a:ext cx="10001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DEDB"/>
          </a:solidFill>
          <a:ln xmlns:a="http://schemas.openxmlformats.org/drawingml/2006/main" w="19050">
            <a:solidFill>
              <a:srgbClr val="B84F45"/>
            </a:solidFill>
          </a:ln>
        </p:spPr>
        <p:txBody>
          <a:bodyPr xmlns:a="http://schemas.openxmlformats.org/drawingml/2006/main" wrap="square" lIns="28575" tIns="28575" rIns="2857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65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rPr>
              <a:t>핵심</a:t>
            </a:r>
          </a:p>
        </p:txBody>
      </p:sp>
      <p:sp>
        <p:nvSpPr>
          <p:cNvPr id="5" name="몇 차시에 쓰는지, 개인·모둠 활동인지, 제출·공유 방법">
            <a:extLst xmlns:a="http://schemas.openxmlformats.org/drawingml/2006/main">
              <a:ext uri="{FF2B5EF4-FFF2-40B4-BE49-F238E27FC236}">
                <a16:creationId xmlns:a16="http://schemas.microsoft.com/office/drawing/2014/main" id="{422EA6A5-6364-4563-8984-0562B8E1F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1190625"/>
            <a:ext cx="933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2025" b="1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몇 차시에 쓰는지, 개인·모둠 활동인지, 제출·공유 방법</a:t>
            </a:r>
          </a:p>
        </p:txBody>
      </p:sp>
      <p:sp>
        <p:nvSpPr>
          <p:cNvPr id="6" name="1">
            <a:extLst xmlns:a="http://schemas.openxmlformats.org/drawingml/2006/main">
              <a:ext uri="{FF2B5EF4-FFF2-40B4-BE49-F238E27FC236}">
                <a16:creationId xmlns:a16="http://schemas.microsoft.com/office/drawing/2014/main" id="{C17D08A2-17AC-4E66-9646-68203DCA8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19325"/>
            <a:ext cx="495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EC"/>
          </a:solidFill>
          <a:ln xmlns:a="http://schemas.openxmlformats.org/drawingml/2006/main" w="19050">
            <a:solidFill>
              <a:srgbClr val="516E83"/>
            </a:solidFill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2550" b="1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rPr>
              <a:t>1</a:t>
            </a:r>
          </a:p>
        </p:txBody>
      </p:sp>
      <p:sp>
        <p:nvSpPr>
          <p:cNvPr id="7" name="몇 차시에 쓰는지">
            <a:extLst xmlns:a="http://schemas.openxmlformats.org/drawingml/2006/main">
              <a:ext uri="{FF2B5EF4-FFF2-40B4-BE49-F238E27FC236}">
                <a16:creationId xmlns:a16="http://schemas.microsoft.com/office/drawing/2014/main" id="{29E43B0B-E119-48AD-9574-58AC8382F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05125"/>
            <a:ext cx="2381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516E83"/>
            </a:solidFill>
          </a:ln>
        </p:spPr>
        <p:txBody>
          <a:bodyPr xmlns:a="http://schemas.openxmlformats.org/drawingml/2006/main" wrap="square" lIns="133350" tIns="133350" rIns="133350" bIns="1333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875" b="1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몇 차시에 쓰는지</a:t>
            </a:r>
          </a:p>
        </p:txBody>
      </p:sp>
      <p:sp>
        <p:nvSpPr>
          <p:cNvPr id="8" name="→">
            <a:extLst xmlns:a="http://schemas.openxmlformats.org/drawingml/2006/main">
              <a:ext uri="{FF2B5EF4-FFF2-40B4-BE49-F238E27FC236}">
                <a16:creationId xmlns:a16="http://schemas.microsoft.com/office/drawing/2014/main" id="{3701A932-4BAA-4BE6-A764-3DADC052D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238500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255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rPr>
              <a:t>→</a:t>
            </a:r>
          </a:p>
        </p:txBody>
      </p:sp>
      <p:sp>
        <p:nvSpPr>
          <p:cNvPr id="9" name="2">
            <a:extLst xmlns:a="http://schemas.openxmlformats.org/drawingml/2006/main">
              <a:ext uri="{FF2B5EF4-FFF2-40B4-BE49-F238E27FC236}">
                <a16:creationId xmlns:a16="http://schemas.microsoft.com/office/drawing/2014/main" id="{FB57B8A5-405F-4925-AF6E-79173CEAB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219325"/>
            <a:ext cx="495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EC"/>
          </a:solidFill>
          <a:ln xmlns:a="http://schemas.openxmlformats.org/drawingml/2006/main" w="19050">
            <a:solidFill>
              <a:srgbClr val="516E83"/>
            </a:solidFill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2550" b="1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rPr>
              <a:t>2</a:t>
            </a:r>
          </a:p>
        </p:txBody>
      </p:sp>
      <p:sp>
        <p:nvSpPr>
          <p:cNvPr id="10" name="개인">
            <a:extLst xmlns:a="http://schemas.openxmlformats.org/drawingml/2006/main">
              <a:ext uri="{FF2B5EF4-FFF2-40B4-BE49-F238E27FC236}">
                <a16:creationId xmlns:a16="http://schemas.microsoft.com/office/drawing/2014/main" id="{200D1423-7494-44E9-9849-3318559D6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905125"/>
            <a:ext cx="2381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516E83"/>
            </a:solidFill>
          </a:ln>
        </p:spPr>
        <p:txBody>
          <a:bodyPr xmlns:a="http://schemas.openxmlformats.org/drawingml/2006/main" wrap="square" lIns="133350" tIns="133350" rIns="133350" bIns="1333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875" b="1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개인</a:t>
            </a:r>
          </a:p>
        </p:txBody>
      </p:sp>
      <p:sp>
        <p:nvSpPr>
          <p:cNvPr id="11" name="→">
            <a:extLst xmlns:a="http://schemas.openxmlformats.org/drawingml/2006/main">
              <a:ext uri="{FF2B5EF4-FFF2-40B4-BE49-F238E27FC236}">
                <a16:creationId xmlns:a16="http://schemas.microsoft.com/office/drawing/2014/main" id="{7FD85B04-7EE6-4785-9D8E-F07A7E5D4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238500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255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rPr>
              <a:t>→</a:t>
            </a:r>
          </a:p>
        </p:txBody>
      </p:sp>
      <p:sp>
        <p:nvSpPr>
          <p:cNvPr id="12" name="3">
            <a:extLst xmlns:a="http://schemas.openxmlformats.org/drawingml/2006/main">
              <a:ext uri="{FF2B5EF4-FFF2-40B4-BE49-F238E27FC236}">
                <a16:creationId xmlns:a16="http://schemas.microsoft.com/office/drawing/2014/main" id="{B30E8573-B618-4666-9921-0FE8EEB82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219325"/>
            <a:ext cx="495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EC"/>
          </a:solidFill>
          <a:ln xmlns:a="http://schemas.openxmlformats.org/drawingml/2006/main" w="19050">
            <a:solidFill>
              <a:srgbClr val="516E83"/>
            </a:solidFill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2550" b="1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rPr>
              <a:t>3</a:t>
            </a:r>
          </a:p>
        </p:txBody>
      </p:sp>
      <p:sp>
        <p:nvSpPr>
          <p:cNvPr id="13" name="모둠 활동인지">
            <a:extLst xmlns:a="http://schemas.openxmlformats.org/drawingml/2006/main">
              <a:ext uri="{FF2B5EF4-FFF2-40B4-BE49-F238E27FC236}">
                <a16:creationId xmlns:a16="http://schemas.microsoft.com/office/drawing/2014/main" id="{4105EBC5-17B0-40F2-85DE-7C6CDEB2F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905125"/>
            <a:ext cx="2381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516E83"/>
            </a:solidFill>
          </a:ln>
        </p:spPr>
        <p:txBody>
          <a:bodyPr xmlns:a="http://schemas.openxmlformats.org/drawingml/2006/main" wrap="square" lIns="133350" tIns="133350" rIns="133350" bIns="1333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875" b="1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모둠 활동인지</a:t>
            </a:r>
          </a:p>
        </p:txBody>
      </p:sp>
      <p:sp>
        <p:nvSpPr>
          <p:cNvPr id="14" name="→">
            <a:extLst xmlns:a="http://schemas.openxmlformats.org/drawingml/2006/main">
              <a:ext uri="{FF2B5EF4-FFF2-40B4-BE49-F238E27FC236}">
                <a16:creationId xmlns:a16="http://schemas.microsoft.com/office/drawing/2014/main" id="{4C87F3A4-9287-4FF2-82F7-C1DEAD7D6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238500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255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rPr>
              <a:t>→</a:t>
            </a:r>
          </a:p>
        </p:txBody>
      </p:sp>
      <p:sp>
        <p:nvSpPr>
          <p:cNvPr id="15" name="4">
            <a:extLst xmlns:a="http://schemas.openxmlformats.org/drawingml/2006/main">
              <a:ext uri="{FF2B5EF4-FFF2-40B4-BE49-F238E27FC236}">
                <a16:creationId xmlns:a16="http://schemas.microsoft.com/office/drawing/2014/main" id="{EC2041BD-84DB-4FF8-93D8-73019274D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219325"/>
            <a:ext cx="495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DEDB"/>
          </a:solidFill>
          <a:ln xmlns:a="http://schemas.openxmlformats.org/drawingml/2006/main" w="19050">
            <a:solidFill>
              <a:srgbClr val="B84F45"/>
            </a:solidFill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255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rPr>
              <a:t>4</a:t>
            </a:r>
          </a:p>
        </p:txBody>
      </p:sp>
      <p:sp>
        <p:nvSpPr>
          <p:cNvPr id="16" name="제출">
            <a:extLst xmlns:a="http://schemas.openxmlformats.org/drawingml/2006/main">
              <a:ext uri="{FF2B5EF4-FFF2-40B4-BE49-F238E27FC236}">
                <a16:creationId xmlns:a16="http://schemas.microsoft.com/office/drawing/2014/main" id="{C72184E7-6BFB-42C9-B6B8-4D11E9E79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905125"/>
            <a:ext cx="2381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84F45"/>
            </a:solidFill>
          </a:ln>
        </p:spPr>
        <p:txBody>
          <a:bodyPr xmlns:a="http://schemas.openxmlformats.org/drawingml/2006/main" wrap="square" lIns="133350" tIns="133350" rIns="133350" bIns="1333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875" b="1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제출</a:t>
            </a:r>
          </a:p>
        </p:txBody>
      </p:sp>
      <p:sp>
        <p:nvSpPr>
          <p:cNvPr id="17" name="직접 할 일  활동자료 버튼과 설명 작성">
            <a:extLst xmlns:a="http://schemas.openxmlformats.org/drawingml/2006/main">
              <a:ext uri="{FF2B5EF4-FFF2-40B4-BE49-F238E27FC236}">
                <a16:creationId xmlns:a16="http://schemas.microsoft.com/office/drawing/2014/main" id="{B7747A2B-94B9-4253-BB68-92E688B84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667375"/>
            <a:ext cx="9334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EF"/>
          </a:solidFill>
          <a:ln xmlns:a="http://schemas.openxmlformats.org/drawingml/2006/main" w="19050">
            <a:solidFill>
              <a:srgbClr val="B84F45"/>
            </a:solidFill>
          </a:ln>
        </p:spPr>
        <p:txBody>
          <a:bodyPr xmlns:a="http://schemas.openxmlformats.org/drawingml/2006/main" wrap="square" lIns="76200" tIns="76200" rIns="762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80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rPr>
              <a:t>직접 할 일  활동자료 버튼과 설명 작성</a:t>
            </a:r>
          </a:p>
        </p:txBody>
      </p:sp>
    </p:spTree>
    <p:extLst>
      <p:ext uri="{BB962C8B-B14F-4D97-AF65-F5344CB8AC3E}">
        <p14:creationId xmlns:p14="http://schemas.microsoft.com/office/powerpoint/2010/main" val="122447143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영상과 외부 링크에는 인터넷이 없을 때의 대안이 필요하다">
            <a:extLst xmlns:a="http://schemas.openxmlformats.org/drawingml/2006/main">
              <a:ext uri="{FF2B5EF4-FFF2-40B4-BE49-F238E27FC236}">
                <a16:creationId xmlns:a16="http://schemas.microsoft.com/office/drawing/2014/main" id="{4870113D-D33C-4485-8531-DBAB57360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952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242424"/>
                </a:solidFill>
                <a:latin typeface="KCC-Murukmuruk"/>
                <a:ea typeface="KCC-Murukmuruk"/>
                <a:cs typeface="KCC-Murukmuruk"/>
              </a:defRPr>
            </a:pPr>
            <a:r>
              <a:rPr sz="2850" b="0">
                <a:solidFill>
                  <a:srgbClr val="242424"/>
                </a:solidFill>
                <a:latin typeface="KCC-Murukmuruk"/>
                <a:ea typeface="KCC-Murukmuruk"/>
                <a:cs typeface="KCC-Murukmuruk"/>
              </a:rPr>
              <a:t>영상과 외부 링크에는 인터넷이 없을 때의 대안이 필요하다</a:t>
            </a:r>
          </a:p>
        </p:txBody>
      </p:sp>
      <p:sp>
        <p:nvSpPr>
          <p:cNvPr id="2" name="실습">
            <a:extLst xmlns:a="http://schemas.openxmlformats.org/drawingml/2006/main">
              <a:ext uri="{FF2B5EF4-FFF2-40B4-BE49-F238E27FC236}">
                <a16:creationId xmlns:a16="http://schemas.microsoft.com/office/drawing/2014/main" id="{C67FCDD9-C2E4-47CF-A585-F1BC7215F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90525"/>
            <a:ext cx="1524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84F45"/>
            </a:solidFill>
          </a:ln>
        </p:spPr>
        <p:txBody>
          <a:bodyPr xmlns:a="http://schemas.openxmlformats.org/drawingml/2006/main" wrap="square" lIns="28575" tIns="28575" rIns="2857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650" b="0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rPr>
              <a:t>실습</a:t>
            </a:r>
          </a:p>
        </p:txBody>
      </p:sp>
      <p:sp>
        <p:nvSpPr>
          <p:cNvPr id="3" name="16">
            <a:extLst xmlns:a="http://schemas.openxmlformats.org/drawingml/2006/main">
              <a:ext uri="{FF2B5EF4-FFF2-40B4-BE49-F238E27FC236}">
                <a16:creationId xmlns:a16="http://schemas.microsoft.com/office/drawing/2014/main" id="{FC9667B0-2238-4379-B07F-50F03F415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96050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13" b="0">
                <a:solidFill>
                  <a:srgbClr val="767676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613" b="0">
                <a:solidFill>
                  <a:srgbClr val="767676"/>
                </a:solidFill>
                <a:latin typeface="GriunXHangeul OCHUNGI.KIM"/>
                <a:ea typeface="GriunXHangeul OCHUNGI.KIM"/>
                <a:cs typeface="GriunXHangeul OCHUNGI.KIM"/>
              </a:rPr>
              <a:t>16</a:t>
            </a:r>
          </a:p>
        </p:txBody>
      </p:sp>
      <p:sp>
        <p:nvSpPr>
          <p:cNvPr id="4" name="핵심">
            <a:extLst xmlns:a="http://schemas.openxmlformats.org/drawingml/2006/main">
              <a:ext uri="{FF2B5EF4-FFF2-40B4-BE49-F238E27FC236}">
                <a16:creationId xmlns:a16="http://schemas.microsoft.com/office/drawing/2014/main" id="{957692FC-D3D2-4B2F-AD93-52E8E7649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38250"/>
            <a:ext cx="10001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DEDB"/>
          </a:solidFill>
          <a:ln xmlns:a="http://schemas.openxmlformats.org/drawingml/2006/main" w="19050">
            <a:solidFill>
              <a:srgbClr val="B84F45"/>
            </a:solidFill>
          </a:ln>
        </p:spPr>
        <p:txBody>
          <a:bodyPr xmlns:a="http://schemas.openxmlformats.org/drawingml/2006/main" wrap="square" lIns="28575" tIns="28575" rIns="2857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65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rPr>
              <a:t>핵심</a:t>
            </a:r>
          </a:p>
        </p:txBody>
      </p:sp>
      <p:sp>
        <p:nvSpPr>
          <p:cNvPr id="5" name="외부 연결 실패, 영상 재생 문제, 대체 이미지·PDF·설명">
            <a:extLst xmlns:a="http://schemas.openxmlformats.org/drawingml/2006/main">
              <a:ext uri="{FF2B5EF4-FFF2-40B4-BE49-F238E27FC236}">
                <a16:creationId xmlns:a16="http://schemas.microsoft.com/office/drawing/2014/main" id="{0028B77E-2919-475C-97A3-15F68EAD9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1190625"/>
            <a:ext cx="933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2025" b="1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외부 연결 실패, 영상 재생 문제, 대체 이미지·PDF·설명</a:t>
            </a:r>
          </a:p>
        </p:txBody>
      </p:sp>
      <p:sp>
        <p:nvSpPr>
          <p:cNvPr id="6" name="1">
            <a:extLst xmlns:a="http://schemas.openxmlformats.org/drawingml/2006/main">
              <a:ext uri="{FF2B5EF4-FFF2-40B4-BE49-F238E27FC236}">
                <a16:creationId xmlns:a16="http://schemas.microsoft.com/office/drawing/2014/main" id="{AEE2814B-C1D2-4FFB-A46D-179C795BB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19325"/>
            <a:ext cx="495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EC"/>
          </a:solidFill>
          <a:ln xmlns:a="http://schemas.openxmlformats.org/drawingml/2006/main" w="19050">
            <a:solidFill>
              <a:srgbClr val="516E83"/>
            </a:solidFill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2550" b="1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rPr>
              <a:t>1</a:t>
            </a:r>
          </a:p>
        </p:txBody>
      </p:sp>
      <p:sp>
        <p:nvSpPr>
          <p:cNvPr id="7" name="외부 연결 실패">
            <a:extLst xmlns:a="http://schemas.openxmlformats.org/drawingml/2006/main">
              <a:ext uri="{FF2B5EF4-FFF2-40B4-BE49-F238E27FC236}">
                <a16:creationId xmlns:a16="http://schemas.microsoft.com/office/drawing/2014/main" id="{D83827FE-3D58-44F3-949E-4189D3E3B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05125"/>
            <a:ext cx="2381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516E83"/>
            </a:solidFill>
          </a:ln>
        </p:spPr>
        <p:txBody>
          <a:bodyPr xmlns:a="http://schemas.openxmlformats.org/drawingml/2006/main" wrap="square" lIns="133350" tIns="133350" rIns="133350" bIns="1333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875" b="1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외부 연결 실패</a:t>
            </a:r>
          </a:p>
        </p:txBody>
      </p:sp>
      <p:sp>
        <p:nvSpPr>
          <p:cNvPr id="8" name="→">
            <a:extLst xmlns:a="http://schemas.openxmlformats.org/drawingml/2006/main">
              <a:ext uri="{FF2B5EF4-FFF2-40B4-BE49-F238E27FC236}">
                <a16:creationId xmlns:a16="http://schemas.microsoft.com/office/drawing/2014/main" id="{B687B321-0CE2-44F2-97F4-35009C4EA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238500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255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rPr>
              <a:t>→</a:t>
            </a:r>
          </a:p>
        </p:txBody>
      </p:sp>
      <p:sp>
        <p:nvSpPr>
          <p:cNvPr id="9" name="2">
            <a:extLst xmlns:a="http://schemas.openxmlformats.org/drawingml/2006/main">
              <a:ext uri="{FF2B5EF4-FFF2-40B4-BE49-F238E27FC236}">
                <a16:creationId xmlns:a16="http://schemas.microsoft.com/office/drawing/2014/main" id="{A83170E5-143D-4216-A203-BB66AC7A0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219325"/>
            <a:ext cx="495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EC"/>
          </a:solidFill>
          <a:ln xmlns:a="http://schemas.openxmlformats.org/drawingml/2006/main" w="19050">
            <a:solidFill>
              <a:srgbClr val="516E83"/>
            </a:solidFill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2550" b="1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rPr>
              <a:t>2</a:t>
            </a:r>
          </a:p>
        </p:txBody>
      </p:sp>
      <p:sp>
        <p:nvSpPr>
          <p:cNvPr id="10" name="영상 재생 문제">
            <a:extLst xmlns:a="http://schemas.openxmlformats.org/drawingml/2006/main">
              <a:ext uri="{FF2B5EF4-FFF2-40B4-BE49-F238E27FC236}">
                <a16:creationId xmlns:a16="http://schemas.microsoft.com/office/drawing/2014/main" id="{AC11F09C-C93B-451E-9E73-348E4EEC8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905125"/>
            <a:ext cx="2381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516E83"/>
            </a:solidFill>
          </a:ln>
        </p:spPr>
        <p:txBody>
          <a:bodyPr xmlns:a="http://schemas.openxmlformats.org/drawingml/2006/main" wrap="square" lIns="133350" tIns="133350" rIns="133350" bIns="1333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875" b="1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영상 재생 문제</a:t>
            </a:r>
          </a:p>
        </p:txBody>
      </p:sp>
      <p:sp>
        <p:nvSpPr>
          <p:cNvPr id="11" name="→">
            <a:extLst xmlns:a="http://schemas.openxmlformats.org/drawingml/2006/main">
              <a:ext uri="{FF2B5EF4-FFF2-40B4-BE49-F238E27FC236}">
                <a16:creationId xmlns:a16="http://schemas.microsoft.com/office/drawing/2014/main" id="{65F3BCFE-685B-4A26-BEC7-3B351989B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238500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255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rPr>
              <a:t>→</a:t>
            </a:r>
          </a:p>
        </p:txBody>
      </p:sp>
      <p:sp>
        <p:nvSpPr>
          <p:cNvPr id="12" name="3">
            <a:extLst xmlns:a="http://schemas.openxmlformats.org/drawingml/2006/main">
              <a:ext uri="{FF2B5EF4-FFF2-40B4-BE49-F238E27FC236}">
                <a16:creationId xmlns:a16="http://schemas.microsoft.com/office/drawing/2014/main" id="{92CA4790-ADC8-453F-9AB0-5FC6B169A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219325"/>
            <a:ext cx="495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EC"/>
          </a:solidFill>
          <a:ln xmlns:a="http://schemas.openxmlformats.org/drawingml/2006/main" w="19050">
            <a:solidFill>
              <a:srgbClr val="516E83"/>
            </a:solidFill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2550" b="1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rPr>
              <a:t>3</a:t>
            </a:r>
          </a:p>
        </p:txBody>
      </p:sp>
      <p:sp>
        <p:nvSpPr>
          <p:cNvPr id="13" name="대체 이미지">
            <a:extLst xmlns:a="http://schemas.openxmlformats.org/drawingml/2006/main">
              <a:ext uri="{FF2B5EF4-FFF2-40B4-BE49-F238E27FC236}">
                <a16:creationId xmlns:a16="http://schemas.microsoft.com/office/drawing/2014/main" id="{06068A8F-20B1-4262-B00D-EA02BEFB4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905125"/>
            <a:ext cx="2381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516E83"/>
            </a:solidFill>
          </a:ln>
        </p:spPr>
        <p:txBody>
          <a:bodyPr xmlns:a="http://schemas.openxmlformats.org/drawingml/2006/main" wrap="square" lIns="133350" tIns="133350" rIns="133350" bIns="1333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875" b="1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대체 이미지</a:t>
            </a:r>
          </a:p>
        </p:txBody>
      </p:sp>
      <p:sp>
        <p:nvSpPr>
          <p:cNvPr id="14" name="→">
            <a:extLst xmlns:a="http://schemas.openxmlformats.org/drawingml/2006/main">
              <a:ext uri="{FF2B5EF4-FFF2-40B4-BE49-F238E27FC236}">
                <a16:creationId xmlns:a16="http://schemas.microsoft.com/office/drawing/2014/main" id="{14F9878A-53EF-4236-92E1-58B72B749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238500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255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rPr>
              <a:t>→</a:t>
            </a:r>
          </a:p>
        </p:txBody>
      </p:sp>
      <p:sp>
        <p:nvSpPr>
          <p:cNvPr id="15" name="4">
            <a:extLst xmlns:a="http://schemas.openxmlformats.org/drawingml/2006/main">
              <a:ext uri="{FF2B5EF4-FFF2-40B4-BE49-F238E27FC236}">
                <a16:creationId xmlns:a16="http://schemas.microsoft.com/office/drawing/2014/main" id="{EBF254F3-2940-410F-A827-BB221F2EA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219325"/>
            <a:ext cx="495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DEDB"/>
          </a:solidFill>
          <a:ln xmlns:a="http://schemas.openxmlformats.org/drawingml/2006/main" w="19050">
            <a:solidFill>
              <a:srgbClr val="B84F45"/>
            </a:solidFill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255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rPr>
              <a:t>4</a:t>
            </a:r>
          </a:p>
        </p:txBody>
      </p:sp>
      <p:sp>
        <p:nvSpPr>
          <p:cNvPr id="16" name="PDF">
            <a:extLst xmlns:a="http://schemas.openxmlformats.org/drawingml/2006/main">
              <a:ext uri="{FF2B5EF4-FFF2-40B4-BE49-F238E27FC236}">
                <a16:creationId xmlns:a16="http://schemas.microsoft.com/office/drawing/2014/main" id="{D069F3B5-5D2F-4FB4-8818-268C3EAB3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905125"/>
            <a:ext cx="2381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84F45"/>
            </a:solidFill>
          </a:ln>
        </p:spPr>
        <p:txBody>
          <a:bodyPr xmlns:a="http://schemas.openxmlformats.org/drawingml/2006/main" wrap="square" lIns="133350" tIns="133350" rIns="133350" bIns="1333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875" b="1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PDF</a:t>
            </a:r>
          </a:p>
        </p:txBody>
      </p:sp>
      <p:sp>
        <p:nvSpPr>
          <p:cNvPr id="17" name="직접 할 일  대체 경로 정하기">
            <a:extLst xmlns:a="http://schemas.openxmlformats.org/drawingml/2006/main">
              <a:ext uri="{FF2B5EF4-FFF2-40B4-BE49-F238E27FC236}">
                <a16:creationId xmlns:a16="http://schemas.microsoft.com/office/drawing/2014/main" id="{361CF287-0673-4367-A6E0-A9F41D997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667375"/>
            <a:ext cx="9334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EF"/>
          </a:solidFill>
          <a:ln xmlns:a="http://schemas.openxmlformats.org/drawingml/2006/main" w="19050">
            <a:solidFill>
              <a:srgbClr val="B84F45"/>
            </a:solidFill>
          </a:ln>
        </p:spPr>
        <p:txBody>
          <a:bodyPr xmlns:a="http://schemas.openxmlformats.org/drawingml/2006/main" wrap="square" lIns="76200" tIns="76200" rIns="762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80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rPr>
              <a:t>직접 할 일  대체 경로 정하기</a:t>
            </a:r>
          </a:p>
        </p:txBody>
      </p:sp>
    </p:spTree>
    <p:extLst>
      <p:ext uri="{BB962C8B-B14F-4D97-AF65-F5344CB8AC3E}">
        <p14:creationId xmlns:p14="http://schemas.microsoft.com/office/powerpoint/2010/main" val="45396511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출처와 사용 조건을 홈페이지에서도 확인할 수 있게 한다">
            <a:extLst xmlns:a="http://schemas.openxmlformats.org/drawingml/2006/main">
              <a:ext uri="{FF2B5EF4-FFF2-40B4-BE49-F238E27FC236}">
                <a16:creationId xmlns:a16="http://schemas.microsoft.com/office/drawing/2014/main" id="{21D5B166-A45C-4832-B9AD-ACAF9E2A9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952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242424"/>
                </a:solidFill>
                <a:latin typeface="KCC-Murukmuruk"/>
                <a:ea typeface="KCC-Murukmuruk"/>
                <a:cs typeface="KCC-Murukmuruk"/>
              </a:defRPr>
            </a:pPr>
            <a:r>
              <a:rPr sz="2850" b="0">
                <a:solidFill>
                  <a:srgbClr val="242424"/>
                </a:solidFill>
                <a:latin typeface="KCC-Murukmuruk"/>
                <a:ea typeface="KCC-Murukmuruk"/>
                <a:cs typeface="KCC-Murukmuruk"/>
              </a:rPr>
              <a:t>출처와 사용 조건을 홈페이지에서도 확인할 수 있게 한다</a:t>
            </a:r>
          </a:p>
        </p:txBody>
      </p:sp>
      <p:sp>
        <p:nvSpPr>
          <p:cNvPr id="2" name="실습">
            <a:extLst xmlns:a="http://schemas.openxmlformats.org/drawingml/2006/main">
              <a:ext uri="{FF2B5EF4-FFF2-40B4-BE49-F238E27FC236}">
                <a16:creationId xmlns:a16="http://schemas.microsoft.com/office/drawing/2014/main" id="{9A97A846-5604-4C11-8102-698459C81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90525"/>
            <a:ext cx="1524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84F45"/>
            </a:solidFill>
          </a:ln>
        </p:spPr>
        <p:txBody>
          <a:bodyPr xmlns:a="http://schemas.openxmlformats.org/drawingml/2006/main" wrap="square" lIns="28575" tIns="28575" rIns="2857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650" b="0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rPr>
              <a:t>실습</a:t>
            </a:r>
          </a:p>
        </p:txBody>
      </p:sp>
      <p:sp>
        <p:nvSpPr>
          <p:cNvPr id="3" name="17">
            <a:extLst xmlns:a="http://schemas.openxmlformats.org/drawingml/2006/main">
              <a:ext uri="{FF2B5EF4-FFF2-40B4-BE49-F238E27FC236}">
                <a16:creationId xmlns:a16="http://schemas.microsoft.com/office/drawing/2014/main" id="{22721DC0-B7D5-4406-B00E-32B3C5E10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96050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13" b="0">
                <a:solidFill>
                  <a:srgbClr val="767676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613" b="0">
                <a:solidFill>
                  <a:srgbClr val="767676"/>
                </a:solidFill>
                <a:latin typeface="GriunXHangeul OCHUNGI.KIM"/>
                <a:ea typeface="GriunXHangeul OCHUNGI.KIM"/>
                <a:cs typeface="GriunXHangeul OCHUNGI.KIM"/>
              </a:rPr>
              <a:t>17</a:t>
            </a:r>
          </a:p>
        </p:txBody>
      </p:sp>
      <p:sp>
        <p:nvSpPr>
          <p:cNvPr id="4" name="핵심">
            <a:extLst xmlns:a="http://schemas.openxmlformats.org/drawingml/2006/main">
              <a:ext uri="{FF2B5EF4-FFF2-40B4-BE49-F238E27FC236}">
                <a16:creationId xmlns:a16="http://schemas.microsoft.com/office/drawing/2014/main" id="{2561E681-492B-45DF-B26B-470386C5F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38250"/>
            <a:ext cx="10001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DEDB"/>
          </a:solidFill>
          <a:ln xmlns:a="http://schemas.openxmlformats.org/drawingml/2006/main" w="19050">
            <a:solidFill>
              <a:srgbClr val="B84F45"/>
            </a:solidFill>
          </a:ln>
        </p:spPr>
        <p:txBody>
          <a:bodyPr xmlns:a="http://schemas.openxmlformats.org/drawingml/2006/main" wrap="square" lIns="28575" tIns="28575" rIns="2857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65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rPr>
              <a:t>핵심</a:t>
            </a:r>
          </a:p>
        </p:txBody>
      </p:sp>
      <p:sp>
        <p:nvSpPr>
          <p:cNvPr id="5" name="이미지·영상·자료 출처, 사용 범위, 외부 링크의 확인 시점">
            <a:extLst xmlns:a="http://schemas.openxmlformats.org/drawingml/2006/main">
              <a:ext uri="{FF2B5EF4-FFF2-40B4-BE49-F238E27FC236}">
                <a16:creationId xmlns:a16="http://schemas.microsoft.com/office/drawing/2014/main" id="{5F979809-7A95-4934-9370-9CA57DC80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1190625"/>
            <a:ext cx="933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2025" b="1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이미지·영상·자료 출처, 사용 범위, 외부 링크의 확인 시점</a:t>
            </a:r>
          </a:p>
        </p:txBody>
      </p:sp>
      <p:sp>
        <p:nvSpPr>
          <p:cNvPr id="6" name="□  이미지">
            <a:extLst xmlns:a="http://schemas.openxmlformats.org/drawingml/2006/main">
              <a:ext uri="{FF2B5EF4-FFF2-40B4-BE49-F238E27FC236}">
                <a16:creationId xmlns:a16="http://schemas.microsoft.com/office/drawing/2014/main" id="{4AF43BC9-C8EF-4E73-BDD1-4FCDE48B8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47875"/>
            <a:ext cx="50958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516E83"/>
            </a:solidFill>
          </a:ln>
        </p:spPr>
        <p:txBody>
          <a:bodyPr xmlns:a="http://schemas.openxmlformats.org/drawingml/2006/main" wrap="square" lIns="152400" tIns="152400" rIns="152400" bIns="1524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80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□  이미지</a:t>
            </a:r>
          </a:p>
        </p:txBody>
      </p:sp>
      <p:sp>
        <p:nvSpPr>
          <p:cNvPr id="7" name="□  영상">
            <a:extLst xmlns:a="http://schemas.openxmlformats.org/drawingml/2006/main">
              <a:ext uri="{FF2B5EF4-FFF2-40B4-BE49-F238E27FC236}">
                <a16:creationId xmlns:a16="http://schemas.microsoft.com/office/drawing/2014/main" id="{04D35B04-27DD-4609-9756-6F50E4108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047875"/>
            <a:ext cx="50958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516E83"/>
            </a:solidFill>
          </a:ln>
        </p:spPr>
        <p:txBody>
          <a:bodyPr xmlns:a="http://schemas.openxmlformats.org/drawingml/2006/main" wrap="square" lIns="152400" tIns="152400" rIns="152400" bIns="1524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80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□  영상</a:t>
            </a:r>
          </a:p>
        </p:txBody>
      </p:sp>
      <p:sp>
        <p:nvSpPr>
          <p:cNvPr id="8" name="□  자료 출처">
            <a:extLst xmlns:a="http://schemas.openxmlformats.org/drawingml/2006/main">
              <a:ext uri="{FF2B5EF4-FFF2-40B4-BE49-F238E27FC236}">
                <a16:creationId xmlns:a16="http://schemas.microsoft.com/office/drawing/2014/main" id="{212A16EF-C779-463C-A23C-F8BEAF72A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48000"/>
            <a:ext cx="50958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516E83"/>
            </a:solidFill>
          </a:ln>
        </p:spPr>
        <p:txBody>
          <a:bodyPr xmlns:a="http://schemas.openxmlformats.org/drawingml/2006/main" wrap="square" lIns="152400" tIns="152400" rIns="152400" bIns="1524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80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□  자료 출처</a:t>
            </a:r>
          </a:p>
        </p:txBody>
      </p:sp>
      <p:sp>
        <p:nvSpPr>
          <p:cNvPr id="9" name="□  사용 범위">
            <a:extLst xmlns:a="http://schemas.openxmlformats.org/drawingml/2006/main">
              <a:ext uri="{FF2B5EF4-FFF2-40B4-BE49-F238E27FC236}">
                <a16:creationId xmlns:a16="http://schemas.microsoft.com/office/drawing/2014/main" id="{9EE38488-6F58-48B6-AF56-B7F3118DF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048000"/>
            <a:ext cx="50958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516E83"/>
            </a:solidFill>
          </a:ln>
        </p:spPr>
        <p:txBody>
          <a:bodyPr xmlns:a="http://schemas.openxmlformats.org/drawingml/2006/main" wrap="square" lIns="152400" tIns="152400" rIns="152400" bIns="1524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80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□  사용 범위</a:t>
            </a:r>
          </a:p>
        </p:txBody>
      </p:sp>
      <p:sp>
        <p:nvSpPr>
          <p:cNvPr id="10" name="□  외부 링크의 확인 시점">
            <a:extLst xmlns:a="http://schemas.openxmlformats.org/drawingml/2006/main">
              <a:ext uri="{FF2B5EF4-FFF2-40B4-BE49-F238E27FC236}">
                <a16:creationId xmlns:a16="http://schemas.microsoft.com/office/drawing/2014/main" id="{5BCF43DB-55FD-42F0-9524-F2D963E88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48125"/>
            <a:ext cx="50958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516E83"/>
            </a:solidFill>
          </a:ln>
        </p:spPr>
        <p:txBody>
          <a:bodyPr xmlns:a="http://schemas.openxmlformats.org/drawingml/2006/main" wrap="square" lIns="152400" tIns="152400" rIns="152400" bIns="1524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80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□  외부 링크의 확인 시점</a:t>
            </a:r>
          </a:p>
        </p:txBody>
      </p:sp>
      <p:sp>
        <p:nvSpPr>
          <p:cNvPr id="11" name="□  입력 자료 확인">
            <a:extLst xmlns:a="http://schemas.openxmlformats.org/drawingml/2006/main">
              <a:ext uri="{FF2B5EF4-FFF2-40B4-BE49-F238E27FC236}">
                <a16:creationId xmlns:a16="http://schemas.microsoft.com/office/drawing/2014/main" id="{BED1F65A-DD90-43FD-9BE4-1149562FF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048125"/>
            <a:ext cx="50958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DEDB"/>
          </a:solidFill>
          <a:ln xmlns:a="http://schemas.openxmlformats.org/drawingml/2006/main" w="19050">
            <a:solidFill>
              <a:srgbClr val="B84F45"/>
            </a:solidFill>
          </a:ln>
        </p:spPr>
        <p:txBody>
          <a:bodyPr xmlns:a="http://schemas.openxmlformats.org/drawingml/2006/main" wrap="square" lIns="152400" tIns="152400" rIns="152400" bIns="1524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80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rPr>
              <a:t>□  입력 자료 확인</a:t>
            </a:r>
          </a:p>
        </p:txBody>
      </p:sp>
      <p:sp>
        <p:nvSpPr>
          <p:cNvPr id="12" name="직접 할 일  출처 구간 작성">
            <a:extLst xmlns:a="http://schemas.openxmlformats.org/drawingml/2006/main">
              <a:ext uri="{FF2B5EF4-FFF2-40B4-BE49-F238E27FC236}">
                <a16:creationId xmlns:a16="http://schemas.microsoft.com/office/drawing/2014/main" id="{578ED4CB-107E-455C-B945-F36A76723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667375"/>
            <a:ext cx="9334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EF"/>
          </a:solidFill>
          <a:ln xmlns:a="http://schemas.openxmlformats.org/drawingml/2006/main" w="19050">
            <a:solidFill>
              <a:srgbClr val="B84F45"/>
            </a:solidFill>
          </a:ln>
        </p:spPr>
        <p:txBody>
          <a:bodyPr xmlns:a="http://schemas.openxmlformats.org/drawingml/2006/main" wrap="square" lIns="76200" tIns="76200" rIns="762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80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rPr>
              <a:t>직접 할 일  출처 구간 작성</a:t>
            </a:r>
          </a:p>
        </p:txBody>
      </p:sp>
    </p:spTree>
    <p:extLst>
      <p:ext uri="{BB962C8B-B14F-4D97-AF65-F5344CB8AC3E}">
        <p14:creationId xmlns:p14="http://schemas.microsoft.com/office/powerpoint/2010/main" val="170303575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강사 소개와 문의 정보는 필요한 만큼만 공개한다">
            <a:extLst xmlns:a="http://schemas.openxmlformats.org/drawingml/2006/main">
              <a:ext uri="{FF2B5EF4-FFF2-40B4-BE49-F238E27FC236}">
                <a16:creationId xmlns:a16="http://schemas.microsoft.com/office/drawing/2014/main" id="{C24B36BF-E6ED-4162-AFCC-78668CE33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952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242424"/>
                </a:solidFill>
                <a:latin typeface="KCC-Murukmuruk"/>
                <a:ea typeface="KCC-Murukmuruk"/>
                <a:cs typeface="KCC-Murukmuruk"/>
              </a:defRPr>
            </a:pPr>
            <a:r>
              <a:rPr sz="2850" b="0">
                <a:solidFill>
                  <a:srgbClr val="242424"/>
                </a:solidFill>
                <a:latin typeface="KCC-Murukmuruk"/>
                <a:ea typeface="KCC-Murukmuruk"/>
                <a:cs typeface="KCC-Murukmuruk"/>
              </a:rPr>
              <a:t>강사 소개와 문의 정보는 필요한 만큼만 공개한다</a:t>
            </a:r>
          </a:p>
        </p:txBody>
      </p:sp>
      <p:sp>
        <p:nvSpPr>
          <p:cNvPr id="2" name="사용자 결정">
            <a:extLst xmlns:a="http://schemas.openxmlformats.org/drawingml/2006/main">
              <a:ext uri="{FF2B5EF4-FFF2-40B4-BE49-F238E27FC236}">
                <a16:creationId xmlns:a16="http://schemas.microsoft.com/office/drawing/2014/main" id="{68BEE0CE-4F6E-4C79-B4CB-CF1E7E659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90525"/>
            <a:ext cx="1524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84F45"/>
            </a:solidFill>
          </a:ln>
        </p:spPr>
        <p:txBody>
          <a:bodyPr xmlns:a="http://schemas.openxmlformats.org/drawingml/2006/main" wrap="square" lIns="28575" tIns="28575" rIns="2857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650" b="0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rPr>
              <a:t>사용자 결정</a:t>
            </a:r>
          </a:p>
        </p:txBody>
      </p:sp>
      <p:sp>
        <p:nvSpPr>
          <p:cNvPr id="3" name="18">
            <a:extLst xmlns:a="http://schemas.openxmlformats.org/drawingml/2006/main">
              <a:ext uri="{FF2B5EF4-FFF2-40B4-BE49-F238E27FC236}">
                <a16:creationId xmlns:a16="http://schemas.microsoft.com/office/drawing/2014/main" id="{6222A576-F8A8-4E58-A131-2FC1FD353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96050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13" b="0">
                <a:solidFill>
                  <a:srgbClr val="767676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613" b="0">
                <a:solidFill>
                  <a:srgbClr val="767676"/>
                </a:solidFill>
                <a:latin typeface="GriunXHangeul OCHUNGI.KIM"/>
                <a:ea typeface="GriunXHangeul OCHUNGI.KIM"/>
                <a:cs typeface="GriunXHangeul OCHUNGI.KIM"/>
              </a:rPr>
              <a:t>18</a:t>
            </a:r>
          </a:p>
        </p:txBody>
      </p:sp>
      <p:sp>
        <p:nvSpPr>
          <p:cNvPr id="4" name="핵심">
            <a:extLst xmlns:a="http://schemas.openxmlformats.org/drawingml/2006/main">
              <a:ext uri="{FF2B5EF4-FFF2-40B4-BE49-F238E27FC236}">
                <a16:creationId xmlns:a16="http://schemas.microsoft.com/office/drawing/2014/main" id="{5C21C7CA-EB72-4DF7-B450-8109B1F7E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38250"/>
            <a:ext cx="10001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DEDB"/>
          </a:solidFill>
          <a:ln xmlns:a="http://schemas.openxmlformats.org/drawingml/2006/main" w="19050">
            <a:solidFill>
              <a:srgbClr val="B84F45"/>
            </a:solidFill>
          </a:ln>
        </p:spPr>
        <p:txBody>
          <a:bodyPr xmlns:a="http://schemas.openxmlformats.org/drawingml/2006/main" wrap="square" lIns="28575" tIns="28575" rIns="2857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65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rPr>
              <a:t>핵심</a:t>
            </a:r>
          </a:p>
        </p:txBody>
      </p:sp>
      <p:sp>
        <p:nvSpPr>
          <p:cNvPr id="5" name="공개 이름, 소개, 연락 방법, 개인 연락처 노출 위험">
            <a:extLst xmlns:a="http://schemas.openxmlformats.org/drawingml/2006/main">
              <a:ext uri="{FF2B5EF4-FFF2-40B4-BE49-F238E27FC236}">
                <a16:creationId xmlns:a16="http://schemas.microsoft.com/office/drawing/2014/main" id="{0F738DA8-BB7E-401B-82AE-2FE9D833A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1190625"/>
            <a:ext cx="933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2025" b="1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공개 이름, 소개, 연락 방법, 개인 연락처 노출 위험</a:t>
            </a:r>
          </a:p>
        </p:txBody>
      </p:sp>
      <p:sp>
        <p:nvSpPr>
          <p:cNvPr id="6" name="유지">
            <a:extLst xmlns:a="http://schemas.openxmlformats.org/drawingml/2006/main">
              <a:ext uri="{FF2B5EF4-FFF2-40B4-BE49-F238E27FC236}">
                <a16:creationId xmlns:a16="http://schemas.microsoft.com/office/drawing/2014/main" id="{981A9E0B-9346-4A4C-BADD-34E0EE886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90750"/>
            <a:ext cx="2857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EC"/>
          </a:solidFill>
          <a:ln xmlns:a="http://schemas.openxmlformats.org/drawingml/2006/main" w="19050">
            <a:solidFill>
              <a:srgbClr val="516E83"/>
            </a:solidFill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2100" b="1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rPr>
              <a:t>유지</a:t>
            </a:r>
          </a:p>
        </p:txBody>
      </p:sp>
      <p:sp>
        <p:nvSpPr>
          <p:cNvPr id="7" name="공개 이름">
            <a:extLst xmlns:a="http://schemas.openxmlformats.org/drawingml/2006/main">
              <a:ext uri="{FF2B5EF4-FFF2-40B4-BE49-F238E27FC236}">
                <a16:creationId xmlns:a16="http://schemas.microsoft.com/office/drawing/2014/main" id="{E6BD75F4-BEA5-4E94-B4D2-E512EA295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52750"/>
            <a:ext cx="28575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516E83"/>
            </a:solidFill>
          </a:ln>
        </p:spPr>
        <p:txBody>
          <a:bodyPr xmlns:a="http://schemas.openxmlformats.org/drawingml/2006/main" wrap="square" lIns="152400" tIns="152400" rIns="152400" bIns="1524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875" b="1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공개 이름</a:t>
            </a:r>
          </a:p>
        </p:txBody>
      </p:sp>
      <p:sp>
        <p:nvSpPr>
          <p:cNvPr id="8" name="수정">
            <a:extLst xmlns:a="http://schemas.openxmlformats.org/drawingml/2006/main">
              <a:ext uri="{FF2B5EF4-FFF2-40B4-BE49-F238E27FC236}">
                <a16:creationId xmlns:a16="http://schemas.microsoft.com/office/drawing/2014/main" id="{B27CA32D-893D-4E5A-A18D-3CD4C3270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190750"/>
            <a:ext cx="2857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DEDB"/>
          </a:solidFill>
          <a:ln xmlns:a="http://schemas.openxmlformats.org/drawingml/2006/main" w="19050">
            <a:solidFill>
              <a:srgbClr val="B84F45"/>
            </a:solidFill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210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rPr>
              <a:t>수정</a:t>
            </a:r>
          </a:p>
        </p:txBody>
      </p:sp>
      <p:sp>
        <p:nvSpPr>
          <p:cNvPr id="9" name="소개">
            <a:extLst xmlns:a="http://schemas.openxmlformats.org/drawingml/2006/main">
              <a:ext uri="{FF2B5EF4-FFF2-40B4-BE49-F238E27FC236}">
                <a16:creationId xmlns:a16="http://schemas.microsoft.com/office/drawing/2014/main" id="{0F0CA644-2AF2-4952-90B8-2B4B4C898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952750"/>
            <a:ext cx="28575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84F45"/>
            </a:solidFill>
          </a:ln>
        </p:spPr>
        <p:txBody>
          <a:bodyPr xmlns:a="http://schemas.openxmlformats.org/drawingml/2006/main" wrap="square" lIns="152400" tIns="152400" rIns="152400" bIns="1524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875" b="1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소개</a:t>
            </a:r>
          </a:p>
        </p:txBody>
      </p:sp>
      <p:sp>
        <p:nvSpPr>
          <p:cNvPr id="10" name="보류">
            <a:extLst xmlns:a="http://schemas.openxmlformats.org/drawingml/2006/main">
              <a:ext uri="{FF2B5EF4-FFF2-40B4-BE49-F238E27FC236}">
                <a16:creationId xmlns:a16="http://schemas.microsoft.com/office/drawing/2014/main" id="{72AF024F-075C-4CAD-B576-60DAEB09B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190750"/>
            <a:ext cx="2857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5DE"/>
          </a:solidFill>
          <a:ln xmlns:a="http://schemas.openxmlformats.org/drawingml/2006/main" w="19050">
            <a:solidFill>
              <a:srgbClr val="767676"/>
            </a:solidFill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767676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2100" b="1">
                <a:solidFill>
                  <a:srgbClr val="767676"/>
                </a:solidFill>
                <a:latin typeface="GriunXHangeul OCHUNGI.KIM"/>
                <a:ea typeface="GriunXHangeul OCHUNGI.KIM"/>
                <a:cs typeface="GriunXHangeul OCHUNGI.KIM"/>
              </a:rPr>
              <a:t>보류</a:t>
            </a:r>
          </a:p>
        </p:txBody>
      </p:sp>
      <p:sp>
        <p:nvSpPr>
          <p:cNvPr id="11" name="연락 방법">
            <a:extLst xmlns:a="http://schemas.openxmlformats.org/drawingml/2006/main">
              <a:ext uri="{FF2B5EF4-FFF2-40B4-BE49-F238E27FC236}">
                <a16:creationId xmlns:a16="http://schemas.microsoft.com/office/drawing/2014/main" id="{16422867-5CDF-4EA9-9B90-A779043ED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952750"/>
            <a:ext cx="28575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67676"/>
            </a:solidFill>
          </a:ln>
        </p:spPr>
        <p:txBody>
          <a:bodyPr xmlns:a="http://schemas.openxmlformats.org/drawingml/2006/main" wrap="square" lIns="152400" tIns="152400" rIns="152400" bIns="1524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875" b="1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연락 방법</a:t>
            </a:r>
          </a:p>
        </p:txBody>
      </p:sp>
      <p:sp>
        <p:nvSpPr>
          <p:cNvPr id="12" name="선택 이유와 다음 확인 시점을 남깁니다">
            <a:extLst xmlns:a="http://schemas.openxmlformats.org/drawingml/2006/main">
              <a:ext uri="{FF2B5EF4-FFF2-40B4-BE49-F238E27FC236}">
                <a16:creationId xmlns:a16="http://schemas.microsoft.com/office/drawing/2014/main" id="{298F9386-00D3-4D00-9300-C98E175D8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762500"/>
            <a:ext cx="72390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84F45"/>
            </a:solidFill>
          </a:ln>
        </p:spPr>
        <p:txBody>
          <a:bodyPr xmlns:a="http://schemas.openxmlformats.org/drawingml/2006/main" wrap="square" lIns="57150" tIns="57150" rIns="571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875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rPr>
              <a:t>선택 이유와 다음 확인 시점을 남깁니다</a:t>
            </a:r>
          </a:p>
        </p:txBody>
      </p:sp>
      <p:sp>
        <p:nvSpPr>
          <p:cNvPr id="13" name="직접 할 일  공개 범위 결정">
            <a:extLst xmlns:a="http://schemas.openxmlformats.org/drawingml/2006/main">
              <a:ext uri="{FF2B5EF4-FFF2-40B4-BE49-F238E27FC236}">
                <a16:creationId xmlns:a16="http://schemas.microsoft.com/office/drawing/2014/main" id="{0AE4644D-4159-4328-86AF-B8798DFC7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667375"/>
            <a:ext cx="9334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EF"/>
          </a:solidFill>
          <a:ln xmlns:a="http://schemas.openxmlformats.org/drawingml/2006/main" w="19050">
            <a:solidFill>
              <a:srgbClr val="B84F45"/>
            </a:solidFill>
          </a:ln>
        </p:spPr>
        <p:txBody>
          <a:bodyPr xmlns:a="http://schemas.openxmlformats.org/drawingml/2006/main" wrap="square" lIns="76200" tIns="76200" rIns="762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80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rPr>
              <a:t>직접 할 일  공개 범위 결정</a:t>
            </a:r>
          </a:p>
        </p:txBody>
      </p:sp>
    </p:spTree>
    <p:extLst>
      <p:ext uri="{BB962C8B-B14F-4D97-AF65-F5344CB8AC3E}">
        <p14:creationId xmlns:p14="http://schemas.microsoft.com/office/powerpoint/2010/main" val="2024962315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교안 디자인을 홈페이지에 그대로 복사하면 안 되는 이유">
            <a:extLst xmlns:a="http://schemas.openxmlformats.org/drawingml/2006/main">
              <a:ext uri="{FF2B5EF4-FFF2-40B4-BE49-F238E27FC236}">
                <a16:creationId xmlns:a16="http://schemas.microsoft.com/office/drawing/2014/main" id="{97A2E47C-C76D-4B1F-A8BD-8F62EE562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952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242424"/>
                </a:solidFill>
                <a:latin typeface="KCC-Murukmuruk"/>
                <a:ea typeface="KCC-Murukmuruk"/>
                <a:cs typeface="KCC-Murukmuruk"/>
              </a:defRPr>
            </a:pPr>
            <a:r>
              <a:rPr sz="2850" b="0">
                <a:solidFill>
                  <a:srgbClr val="242424"/>
                </a:solidFill>
                <a:latin typeface="KCC-Murukmuruk"/>
                <a:ea typeface="KCC-Murukmuruk"/>
                <a:cs typeface="KCC-Murukmuruk"/>
              </a:rPr>
              <a:t>교안 디자인을 홈페이지에 그대로 복사하면 안 되는 이유</a:t>
            </a:r>
          </a:p>
        </p:txBody>
      </p:sp>
      <p:sp>
        <p:nvSpPr>
          <p:cNvPr id="2" name="이유">
            <a:extLst xmlns:a="http://schemas.openxmlformats.org/drawingml/2006/main">
              <a:ext uri="{FF2B5EF4-FFF2-40B4-BE49-F238E27FC236}">
                <a16:creationId xmlns:a16="http://schemas.microsoft.com/office/drawing/2014/main" id="{A104D6C0-2649-4252-889F-7F8AE6DD1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90525"/>
            <a:ext cx="1524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516E83"/>
            </a:solidFill>
          </a:ln>
        </p:spPr>
        <p:txBody>
          <a:bodyPr xmlns:a="http://schemas.openxmlformats.org/drawingml/2006/main" wrap="square" lIns="28575" tIns="28575" rIns="2857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650" b="0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rPr>
              <a:t>이유</a:t>
            </a:r>
          </a:p>
        </p:txBody>
      </p:sp>
      <p:sp>
        <p:nvSpPr>
          <p:cNvPr id="3" name="19">
            <a:extLst xmlns:a="http://schemas.openxmlformats.org/drawingml/2006/main">
              <a:ext uri="{FF2B5EF4-FFF2-40B4-BE49-F238E27FC236}">
                <a16:creationId xmlns:a16="http://schemas.microsoft.com/office/drawing/2014/main" id="{B657C456-273C-40E3-9161-77857ECA6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96050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13" b="0">
                <a:solidFill>
                  <a:srgbClr val="767676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613" b="0">
                <a:solidFill>
                  <a:srgbClr val="767676"/>
                </a:solidFill>
                <a:latin typeface="GriunXHangeul OCHUNGI.KIM"/>
                <a:ea typeface="GriunXHangeul OCHUNGI.KIM"/>
                <a:cs typeface="GriunXHangeul OCHUNGI.KIM"/>
              </a:rPr>
              <a:t>19</a:t>
            </a:r>
          </a:p>
        </p:txBody>
      </p:sp>
      <p:sp>
        <p:nvSpPr>
          <p:cNvPr id="4" name="교안은 16:9 고정 화면, 홈페이지는 길게 읽고 작은 화면에서 재배치됨">
            <a:extLst xmlns:a="http://schemas.openxmlformats.org/drawingml/2006/main">
              <a:ext uri="{FF2B5EF4-FFF2-40B4-BE49-F238E27FC236}">
                <a16:creationId xmlns:a16="http://schemas.microsoft.com/office/drawing/2014/main" id="{806F093B-B16D-469B-8743-6BCFB3673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19200"/>
            <a:ext cx="48577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950" b="1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교안은 16:9 고정 화면, 홈페이지는 길게 읽고 작은 화면에서 재배치됨</a:t>
            </a:r>
          </a:p>
        </p:txBody>
      </p:sp>
      <p:sp>
        <p:nvSpPr>
          <p:cNvPr id="5" name="교안은 16:9 고정 화면">
            <a:extLst xmlns:a="http://schemas.openxmlformats.org/drawingml/2006/main">
              <a:ext uri="{FF2B5EF4-FFF2-40B4-BE49-F238E27FC236}">
                <a16:creationId xmlns:a16="http://schemas.microsoft.com/office/drawing/2014/main" id="{696A4B8C-6897-4B29-8047-5C2F762D7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47950"/>
            <a:ext cx="4095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516E83"/>
            </a:solidFill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725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교안은 16:9 고정 화면</a:t>
            </a:r>
          </a:p>
        </p:txBody>
      </p:sp>
      <p:sp>
        <p:nvSpPr>
          <p:cNvPr id="6" name="홈페이지는 길게 읽고 작은 화면에서 재배치됨">
            <a:extLst xmlns:a="http://schemas.openxmlformats.org/drawingml/2006/main">
              <a:ext uri="{FF2B5EF4-FFF2-40B4-BE49-F238E27FC236}">
                <a16:creationId xmlns:a16="http://schemas.microsoft.com/office/drawing/2014/main" id="{0007A5D3-37A9-44B8-B9B7-A82C293CD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71850"/>
            <a:ext cx="4095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516E83"/>
            </a:solidFill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725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홈페이지는 길게 읽고 작은 화면에서 재배치됨</a:t>
            </a:r>
          </a:p>
        </p:txBody>
      </p:sp>
      <p:sp>
        <p:nvSpPr>
          <p:cNvPr id="7" name="문제가 생기는 지점">
            <a:extLst xmlns:a="http://schemas.openxmlformats.org/drawingml/2006/main">
              <a:ext uri="{FF2B5EF4-FFF2-40B4-BE49-F238E27FC236}">
                <a16:creationId xmlns:a16="http://schemas.microsoft.com/office/drawing/2014/main" id="{E918D8D4-2DAB-4E36-98EF-7A3DD59B0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0"/>
            <a:ext cx="4095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DEDB"/>
          </a:solidFill>
          <a:ln xmlns:a="http://schemas.openxmlformats.org/drawingml/2006/main" w="19050">
            <a:solidFill>
              <a:srgbClr val="B84F45"/>
            </a:solidFill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725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rPr>
              <a:t>문제가 생기는 지점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703f0d5a13446a"/>
          <a:stretch xmlns:a="http://schemas.openxmlformats.org/drawingml/2006/main"/>
        </p:blipFill>
        <p:spPr>
          <a:xfrm xmlns:a="http://schemas.openxmlformats.org/drawingml/2006/main">
            <a:off x="4762500" y="1356287"/>
            <a:ext cx="6858000" cy="3859676"/>
          </a:xfrm>
          <a:prstGeom xmlns:a="http://schemas.openxmlformats.org/drawingml/2006/main" prst="rect">
            <a:avLst/>
          </a:prstGeom>
        </p:spPr>
      </p:pic>
      <p:sp>
        <p:nvSpPr>
          <p:cNvPr id="9" name="직접 할 일  두 화면의 차이 이해">
            <a:extLst xmlns:a="http://schemas.openxmlformats.org/drawingml/2006/main">
              <a:ext uri="{FF2B5EF4-FFF2-40B4-BE49-F238E27FC236}">
                <a16:creationId xmlns:a16="http://schemas.microsoft.com/office/drawing/2014/main" id="{7FE8D90F-DAE6-4517-B405-DCB344BAB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667375"/>
            <a:ext cx="9334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EF"/>
          </a:solidFill>
          <a:ln xmlns:a="http://schemas.openxmlformats.org/drawingml/2006/main" w="19050">
            <a:solidFill>
              <a:srgbClr val="B84F45"/>
            </a:solidFill>
          </a:ln>
        </p:spPr>
        <p:txBody>
          <a:bodyPr xmlns:a="http://schemas.openxmlformats.org/drawingml/2006/main" wrap="square" lIns="76200" tIns="76200" rIns="762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80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rPr>
              <a:t>직접 할 일  두 화면의 차이 이해</a:t>
            </a:r>
          </a:p>
        </p:txBody>
      </p:sp>
    </p:spTree>
    <p:extLst>
      <p:ext uri="{BB962C8B-B14F-4D97-AF65-F5344CB8AC3E}">
        <p14:creationId xmlns:p14="http://schemas.microsoft.com/office/powerpoint/2010/main" val="1003642445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색과 글꼴은 이어 쓰고 화면 배치는 홈페이지에 맞춘다">
            <a:extLst xmlns:a="http://schemas.openxmlformats.org/drawingml/2006/main">
              <a:ext uri="{FF2B5EF4-FFF2-40B4-BE49-F238E27FC236}">
                <a16:creationId xmlns:a16="http://schemas.microsoft.com/office/drawing/2014/main" id="{7D1D9FC1-FE8A-409A-A230-57F2F0245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952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242424"/>
                </a:solidFill>
                <a:latin typeface="KCC-Murukmuruk"/>
                <a:ea typeface="KCC-Murukmuruk"/>
                <a:cs typeface="KCC-Murukmuruk"/>
              </a:defRPr>
            </a:pPr>
            <a:r>
              <a:rPr sz="2850" b="0">
                <a:solidFill>
                  <a:srgbClr val="242424"/>
                </a:solidFill>
                <a:latin typeface="KCC-Murukmuruk"/>
                <a:ea typeface="KCC-Murukmuruk"/>
                <a:cs typeface="KCC-Murukmuruk"/>
              </a:rPr>
              <a:t>색과 글꼴은 이어 쓰고 화면 배치는 홈페이지에 맞춘다</a:t>
            </a:r>
          </a:p>
        </p:txBody>
      </p:sp>
      <p:sp>
        <p:nvSpPr>
          <p:cNvPr id="2" name="실습">
            <a:extLst xmlns:a="http://schemas.openxmlformats.org/drawingml/2006/main">
              <a:ext uri="{FF2B5EF4-FFF2-40B4-BE49-F238E27FC236}">
                <a16:creationId xmlns:a16="http://schemas.microsoft.com/office/drawing/2014/main" id="{3DAA936B-8AD0-4CEF-95F4-38134A9BB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90525"/>
            <a:ext cx="1524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84F45"/>
            </a:solidFill>
          </a:ln>
        </p:spPr>
        <p:txBody>
          <a:bodyPr xmlns:a="http://schemas.openxmlformats.org/drawingml/2006/main" wrap="square" lIns="28575" tIns="28575" rIns="2857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650" b="0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rPr>
              <a:t>실습</a:t>
            </a:r>
          </a:p>
        </p:txBody>
      </p:sp>
      <p:sp>
        <p:nvSpPr>
          <p:cNvPr id="3" name="20">
            <a:extLst xmlns:a="http://schemas.openxmlformats.org/drawingml/2006/main">
              <a:ext uri="{FF2B5EF4-FFF2-40B4-BE49-F238E27FC236}">
                <a16:creationId xmlns:a16="http://schemas.microsoft.com/office/drawing/2014/main" id="{9B59F360-8FB4-4B1B-B313-466CF6F72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96050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13" b="0">
                <a:solidFill>
                  <a:srgbClr val="767676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613" b="0">
                <a:solidFill>
                  <a:srgbClr val="767676"/>
                </a:solidFill>
                <a:latin typeface="GriunXHangeul OCHUNGI.KIM"/>
                <a:ea typeface="GriunXHangeul OCHUNGI.KIM"/>
                <a:cs typeface="GriunXHangeul OCHUNGI.KIM"/>
              </a:rPr>
              <a:t>20</a:t>
            </a:r>
          </a:p>
        </p:txBody>
      </p:sp>
      <p:sp>
        <p:nvSpPr>
          <p:cNvPr id="4" name="design.md의 색·글꼴·형태는 유지하되 세로 흐름·버튼·모바일 배치를 새로 설계">
            <a:extLst xmlns:a="http://schemas.openxmlformats.org/drawingml/2006/main">
              <a:ext uri="{FF2B5EF4-FFF2-40B4-BE49-F238E27FC236}">
                <a16:creationId xmlns:a16="http://schemas.microsoft.com/office/drawing/2014/main" id="{46B19A6F-4B65-45C4-8473-476119426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19200"/>
            <a:ext cx="48577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950" b="1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design.md의 색·글꼴·형태는 유지하되 세로 흐름·버튼·모바일 배치를 새로 설계</a:t>
            </a:r>
          </a:p>
        </p:txBody>
      </p:sp>
      <p:sp>
        <p:nvSpPr>
          <p:cNvPr id="5" name="design.md의 색">
            <a:extLst xmlns:a="http://schemas.openxmlformats.org/drawingml/2006/main">
              <a:ext uri="{FF2B5EF4-FFF2-40B4-BE49-F238E27FC236}">
                <a16:creationId xmlns:a16="http://schemas.microsoft.com/office/drawing/2014/main" id="{9F717B8B-3056-4F05-895E-F3B5102BD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47950"/>
            <a:ext cx="4095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516E83"/>
            </a:solidFill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725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design.md의 색</a:t>
            </a:r>
          </a:p>
        </p:txBody>
      </p:sp>
      <p:sp>
        <p:nvSpPr>
          <p:cNvPr id="6" name="글꼴">
            <a:extLst xmlns:a="http://schemas.openxmlformats.org/drawingml/2006/main">
              <a:ext uri="{FF2B5EF4-FFF2-40B4-BE49-F238E27FC236}">
                <a16:creationId xmlns:a16="http://schemas.microsoft.com/office/drawing/2014/main" id="{F857BA38-3A99-4CEF-A7C9-0B1CB39CC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71850"/>
            <a:ext cx="4095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516E83"/>
            </a:solidFill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725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글꼴</a:t>
            </a:r>
          </a:p>
        </p:txBody>
      </p:sp>
      <p:sp>
        <p:nvSpPr>
          <p:cNvPr id="7" name="형태는 유지하되 세로 흐름">
            <a:extLst xmlns:a="http://schemas.openxmlformats.org/drawingml/2006/main">
              <a:ext uri="{FF2B5EF4-FFF2-40B4-BE49-F238E27FC236}">
                <a16:creationId xmlns:a16="http://schemas.microsoft.com/office/drawing/2014/main" id="{ADE6DD3F-BAB3-43F7-939D-F9C13FFAB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0"/>
            <a:ext cx="4095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DEDB"/>
          </a:solidFill>
          <a:ln xmlns:a="http://schemas.openxmlformats.org/drawingml/2006/main" w="19050">
            <a:solidFill>
              <a:srgbClr val="B84F45"/>
            </a:solidFill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725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rPr>
              <a:t>형태는 유지하되 세로 흐름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9e990de04542cd"/>
          <a:stretch xmlns:a="http://schemas.openxmlformats.org/drawingml/2006/main"/>
        </p:blipFill>
        <p:spPr>
          <a:xfrm xmlns:a="http://schemas.openxmlformats.org/drawingml/2006/main">
            <a:off x="4762500" y="1356287"/>
            <a:ext cx="6858000" cy="3859676"/>
          </a:xfrm>
          <a:prstGeom xmlns:a="http://schemas.openxmlformats.org/drawingml/2006/main" prst="rect">
            <a:avLst/>
          </a:prstGeom>
        </p:spPr>
      </p:pic>
      <p:sp>
        <p:nvSpPr>
          <p:cNvPr id="9" name="직접 할 일  홈페이지 디자인 문장 완성">
            <a:extLst xmlns:a="http://schemas.openxmlformats.org/drawingml/2006/main">
              <a:ext uri="{FF2B5EF4-FFF2-40B4-BE49-F238E27FC236}">
                <a16:creationId xmlns:a16="http://schemas.microsoft.com/office/drawing/2014/main" id="{BB8114AD-0CA0-401A-A30A-9F420C310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667375"/>
            <a:ext cx="9334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EF"/>
          </a:solidFill>
          <a:ln xmlns:a="http://schemas.openxmlformats.org/drawingml/2006/main" w="19050">
            <a:solidFill>
              <a:srgbClr val="B84F45"/>
            </a:solidFill>
          </a:ln>
        </p:spPr>
        <p:txBody>
          <a:bodyPr xmlns:a="http://schemas.openxmlformats.org/drawingml/2006/main" wrap="square" lIns="76200" tIns="76200" rIns="762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80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rPr>
              <a:t>직접 할 일  홈페이지 디자인 문장 완성</a:t>
            </a:r>
          </a:p>
        </p:txBody>
      </p:sp>
    </p:spTree>
    <p:extLst>
      <p:ext uri="{BB962C8B-B14F-4D97-AF65-F5344CB8AC3E}">
        <p14:creationId xmlns:p14="http://schemas.microsoft.com/office/powerpoint/2010/main" val="1689749582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첫 번째 요청: 홈페이지 구조와 연결 자료 확인하기">
            <a:extLst xmlns:a="http://schemas.openxmlformats.org/drawingml/2006/main">
              <a:ext uri="{FF2B5EF4-FFF2-40B4-BE49-F238E27FC236}">
                <a16:creationId xmlns:a16="http://schemas.microsoft.com/office/drawing/2014/main" id="{9B7847A2-22AF-4B01-AA36-99634C7A2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952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242424"/>
                </a:solidFill>
                <a:latin typeface="KCC-Murukmuruk"/>
                <a:ea typeface="KCC-Murukmuruk"/>
                <a:cs typeface="KCC-Murukmuruk"/>
              </a:defRPr>
            </a:pPr>
            <a:r>
              <a:rPr sz="2850" b="0">
                <a:solidFill>
                  <a:srgbClr val="242424"/>
                </a:solidFill>
                <a:latin typeface="KCC-Murukmuruk"/>
                <a:ea typeface="KCC-Murukmuruk"/>
                <a:cs typeface="KCC-Murukmuruk"/>
              </a:rPr>
              <a:t>첫 번째 요청: 홈페이지 구조와 연결 자료 확인하기</a:t>
            </a:r>
          </a:p>
        </p:txBody>
      </p:sp>
      <p:sp>
        <p:nvSpPr>
          <p:cNvPr id="2" name="실습">
            <a:extLst xmlns:a="http://schemas.openxmlformats.org/drawingml/2006/main">
              <a:ext uri="{FF2B5EF4-FFF2-40B4-BE49-F238E27FC236}">
                <a16:creationId xmlns:a16="http://schemas.microsoft.com/office/drawing/2014/main" id="{A340EBE4-4146-4E69-9C54-B779C9402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90525"/>
            <a:ext cx="1524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84F45"/>
            </a:solidFill>
          </a:ln>
        </p:spPr>
        <p:txBody>
          <a:bodyPr xmlns:a="http://schemas.openxmlformats.org/drawingml/2006/main" wrap="square" lIns="28575" tIns="28575" rIns="2857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650" b="0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rPr>
              <a:t>실습</a:t>
            </a:r>
          </a:p>
        </p:txBody>
      </p:sp>
      <p:sp>
        <p:nvSpPr>
          <p:cNvPr id="3" name="21">
            <a:extLst xmlns:a="http://schemas.openxmlformats.org/drawingml/2006/main">
              <a:ext uri="{FF2B5EF4-FFF2-40B4-BE49-F238E27FC236}">
                <a16:creationId xmlns:a16="http://schemas.microsoft.com/office/drawing/2014/main" id="{52A11BAA-9865-4827-A58B-7DA4BB9B3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96050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13" b="0">
                <a:solidFill>
                  <a:srgbClr val="767676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613" b="0">
                <a:solidFill>
                  <a:srgbClr val="767676"/>
                </a:solidFill>
                <a:latin typeface="GriunXHangeul OCHUNGI.KIM"/>
                <a:ea typeface="GriunXHangeul OCHUNGI.KIM"/>
                <a:cs typeface="GriunXHangeul OCHUNGI.KIM"/>
              </a:rPr>
              <a:t>21</a:t>
            </a:r>
          </a:p>
        </p:txBody>
      </p:sp>
      <p:sp>
        <p:nvSpPr>
          <p:cNvPr id="4" name="핵심">
            <a:extLst xmlns:a="http://schemas.openxmlformats.org/drawingml/2006/main">
              <a:ext uri="{FF2B5EF4-FFF2-40B4-BE49-F238E27FC236}">
                <a16:creationId xmlns:a16="http://schemas.microsoft.com/office/drawing/2014/main" id="{47768CFD-D875-482D-913C-3CCD07826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38250"/>
            <a:ext cx="10001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DEDB"/>
          </a:solidFill>
          <a:ln xmlns:a="http://schemas.openxmlformats.org/drawingml/2006/main" w="19050">
            <a:solidFill>
              <a:srgbClr val="B84F45"/>
            </a:solidFill>
          </a:ln>
        </p:spPr>
        <p:txBody>
          <a:bodyPr xmlns:a="http://schemas.openxmlformats.org/drawingml/2006/main" wrap="square" lIns="28575" tIns="28575" rIns="2857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65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rPr>
              <a:t>핵심</a:t>
            </a:r>
          </a:p>
        </p:txBody>
      </p:sp>
      <p:sp>
        <p:nvSpPr>
          <p:cNvPr id="5" name="실제 파일, 공개 범위, 각 구간의 목적, 빠진 링크를 확인시키는 요청">
            <a:extLst xmlns:a="http://schemas.openxmlformats.org/drawingml/2006/main">
              <a:ext uri="{FF2B5EF4-FFF2-40B4-BE49-F238E27FC236}">
                <a16:creationId xmlns:a16="http://schemas.microsoft.com/office/drawing/2014/main" id="{EEB55021-FCE7-41BC-88F4-7E7042EA5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1190625"/>
            <a:ext cx="933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2025" b="1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실제 파일, 공개 범위, 각 구간의 목적, 빠진 링크를 확인시키는 요청</a:t>
            </a:r>
          </a:p>
        </p:txBody>
      </p:sp>
      <p:sp>
        <p:nvSpPr>
          <p:cNvPr id="6" name="목적">
            <a:extLst xmlns:a="http://schemas.openxmlformats.org/drawingml/2006/main">
              <a:ext uri="{FF2B5EF4-FFF2-40B4-BE49-F238E27FC236}">
                <a16:creationId xmlns:a16="http://schemas.microsoft.com/office/drawing/2014/main" id="{4397130F-23F6-42F5-82D3-102FDA93B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1143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EC"/>
          </a:solidFill>
          <a:ln xmlns:a="http://schemas.openxmlformats.org/drawingml/2006/main" w="19050">
            <a:solidFill>
              <a:srgbClr val="516E83"/>
            </a:solidFill>
          </a:ln>
        </p:spPr>
        <p:txBody>
          <a:bodyPr xmlns:a="http://schemas.openxmlformats.org/drawingml/2006/main" wrap="square" lIns="28575" tIns="28575" rIns="2857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650" b="1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rPr>
              <a:t>목적</a:t>
            </a:r>
          </a:p>
        </p:txBody>
      </p:sp>
      <p:sp>
        <p:nvSpPr>
          <p:cNvPr id="7" name="무엇을 만들고 확인할지">
            <a:extLst xmlns:a="http://schemas.openxmlformats.org/drawingml/2006/main">
              <a:ext uri="{FF2B5EF4-FFF2-40B4-BE49-F238E27FC236}">
                <a16:creationId xmlns:a16="http://schemas.microsoft.com/office/drawing/2014/main" id="{62DE9995-DEDA-470E-888C-04CD7939B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52700"/>
            <a:ext cx="3238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516E83"/>
            </a:solidFill>
          </a:ln>
        </p:spPr>
        <p:txBody>
          <a:bodyPr xmlns:a="http://schemas.openxmlformats.org/drawingml/2006/main" wrap="square" lIns="76200" tIns="76200" rIns="762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65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무엇을 만들고 확인할지</a:t>
            </a:r>
          </a:p>
        </p:txBody>
      </p:sp>
      <p:sp>
        <p:nvSpPr>
          <p:cNvPr id="8" name="입력">
            <a:extLst xmlns:a="http://schemas.openxmlformats.org/drawingml/2006/main">
              <a:ext uri="{FF2B5EF4-FFF2-40B4-BE49-F238E27FC236}">
                <a16:creationId xmlns:a16="http://schemas.microsoft.com/office/drawing/2014/main" id="{317342A0-8FC6-4453-83EC-074D02285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95500"/>
            <a:ext cx="1143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EC"/>
          </a:solidFill>
          <a:ln xmlns:a="http://schemas.openxmlformats.org/drawingml/2006/main" w="19050">
            <a:solidFill>
              <a:srgbClr val="516E83"/>
            </a:solidFill>
          </a:ln>
        </p:spPr>
        <p:txBody>
          <a:bodyPr xmlns:a="http://schemas.openxmlformats.org/drawingml/2006/main" wrap="square" lIns="28575" tIns="28575" rIns="2857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650" b="1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rPr>
              <a:t>입력</a:t>
            </a:r>
          </a:p>
        </p:txBody>
      </p:sp>
      <p:sp>
        <p:nvSpPr>
          <p:cNvPr id="9" name="실제 파일과 결정 내용">
            <a:extLst xmlns:a="http://schemas.openxmlformats.org/drawingml/2006/main">
              <a:ext uri="{FF2B5EF4-FFF2-40B4-BE49-F238E27FC236}">
                <a16:creationId xmlns:a16="http://schemas.microsoft.com/office/drawing/2014/main" id="{371C3A30-AE46-4E7C-BCE7-D4B4E68F3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552700"/>
            <a:ext cx="3238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516E83"/>
            </a:solidFill>
          </a:ln>
        </p:spPr>
        <p:txBody>
          <a:bodyPr xmlns:a="http://schemas.openxmlformats.org/drawingml/2006/main" wrap="square" lIns="76200" tIns="76200" rIns="762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65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실제 파일과 결정 내용</a:t>
            </a:r>
          </a:p>
        </p:txBody>
      </p:sp>
      <p:sp>
        <p:nvSpPr>
          <p:cNvPr id="10" name="성공 기준">
            <a:extLst xmlns:a="http://schemas.openxmlformats.org/drawingml/2006/main">
              <a:ext uri="{FF2B5EF4-FFF2-40B4-BE49-F238E27FC236}">
                <a16:creationId xmlns:a16="http://schemas.microsoft.com/office/drawing/2014/main" id="{7D35E630-9D56-4C23-ABE8-77EFBF5CD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095500"/>
            <a:ext cx="1143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EC"/>
          </a:solidFill>
          <a:ln xmlns:a="http://schemas.openxmlformats.org/drawingml/2006/main" w="19050">
            <a:solidFill>
              <a:srgbClr val="516E83"/>
            </a:solidFill>
          </a:ln>
        </p:spPr>
        <p:txBody>
          <a:bodyPr xmlns:a="http://schemas.openxmlformats.org/drawingml/2006/main" wrap="square" lIns="28575" tIns="28575" rIns="2857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650" b="1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rPr>
              <a:t>성공 기준</a:t>
            </a:r>
          </a:p>
        </p:txBody>
      </p:sp>
      <p:sp>
        <p:nvSpPr>
          <p:cNvPr id="11" name="완료를 판단할 증거">
            <a:extLst xmlns:a="http://schemas.openxmlformats.org/drawingml/2006/main">
              <a:ext uri="{FF2B5EF4-FFF2-40B4-BE49-F238E27FC236}">
                <a16:creationId xmlns:a16="http://schemas.microsoft.com/office/drawing/2014/main" id="{5506F71E-1033-4CA7-8C50-4AF04B2C6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552700"/>
            <a:ext cx="3238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516E83"/>
            </a:solidFill>
          </a:ln>
        </p:spPr>
        <p:txBody>
          <a:bodyPr xmlns:a="http://schemas.openxmlformats.org/drawingml/2006/main" wrap="square" lIns="76200" tIns="76200" rIns="762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65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완료를 판단할 증거</a:t>
            </a:r>
          </a:p>
        </p:txBody>
      </p:sp>
      <p:sp>
        <p:nvSpPr>
          <p:cNvPr id="12" name="조건">
            <a:extLst xmlns:a="http://schemas.openxmlformats.org/drawingml/2006/main">
              <a:ext uri="{FF2B5EF4-FFF2-40B4-BE49-F238E27FC236}">
                <a16:creationId xmlns:a16="http://schemas.microsoft.com/office/drawing/2014/main" id="{455CF02F-AAC5-43F9-95E1-16849BEAC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71875"/>
            <a:ext cx="1143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EC"/>
          </a:solidFill>
          <a:ln xmlns:a="http://schemas.openxmlformats.org/drawingml/2006/main" w="19050">
            <a:solidFill>
              <a:srgbClr val="516E83"/>
            </a:solidFill>
          </a:ln>
        </p:spPr>
        <p:txBody>
          <a:bodyPr xmlns:a="http://schemas.openxmlformats.org/drawingml/2006/main" wrap="square" lIns="28575" tIns="28575" rIns="2857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650" b="1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rPr>
              <a:t>조건</a:t>
            </a:r>
          </a:p>
        </p:txBody>
      </p:sp>
      <p:sp>
        <p:nvSpPr>
          <p:cNvPr id="13" name="임의 변경과 추측 금지">
            <a:extLst xmlns:a="http://schemas.openxmlformats.org/drawingml/2006/main">
              <a:ext uri="{FF2B5EF4-FFF2-40B4-BE49-F238E27FC236}">
                <a16:creationId xmlns:a16="http://schemas.microsoft.com/office/drawing/2014/main" id="{3D668293-DE64-43D6-9881-DEC422D31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29075"/>
            <a:ext cx="3238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516E83"/>
            </a:solidFill>
          </a:ln>
        </p:spPr>
        <p:txBody>
          <a:bodyPr xmlns:a="http://schemas.openxmlformats.org/drawingml/2006/main" wrap="square" lIns="76200" tIns="76200" rIns="762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65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임의 변경과 추측 금지</a:t>
            </a:r>
          </a:p>
        </p:txBody>
      </p:sp>
      <p:sp>
        <p:nvSpPr>
          <p:cNvPr id="14" name="출력">
            <a:extLst xmlns:a="http://schemas.openxmlformats.org/drawingml/2006/main">
              <a:ext uri="{FF2B5EF4-FFF2-40B4-BE49-F238E27FC236}">
                <a16:creationId xmlns:a16="http://schemas.microsoft.com/office/drawing/2014/main" id="{75078609-446A-4E99-8D00-9FE26A7DA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571875"/>
            <a:ext cx="1143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EC"/>
          </a:solidFill>
          <a:ln xmlns:a="http://schemas.openxmlformats.org/drawingml/2006/main" w="19050">
            <a:solidFill>
              <a:srgbClr val="516E83"/>
            </a:solidFill>
          </a:ln>
        </p:spPr>
        <p:txBody>
          <a:bodyPr xmlns:a="http://schemas.openxmlformats.org/drawingml/2006/main" wrap="square" lIns="28575" tIns="28575" rIns="2857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650" b="1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rPr>
              <a:t>출력</a:t>
            </a:r>
          </a:p>
        </p:txBody>
      </p:sp>
      <p:sp>
        <p:nvSpPr>
          <p:cNvPr id="15" name="파일·미리보기·문제 기록">
            <a:extLst xmlns:a="http://schemas.openxmlformats.org/drawingml/2006/main">
              <a:ext uri="{FF2B5EF4-FFF2-40B4-BE49-F238E27FC236}">
                <a16:creationId xmlns:a16="http://schemas.microsoft.com/office/drawing/2014/main" id="{8DB197A6-7635-473A-AB2E-BE0104F82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029075"/>
            <a:ext cx="3238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516E83"/>
            </a:solidFill>
          </a:ln>
        </p:spPr>
        <p:txBody>
          <a:bodyPr xmlns:a="http://schemas.openxmlformats.org/drawingml/2006/main" wrap="square" lIns="76200" tIns="76200" rIns="762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65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파일·미리보기·문제 기록</a:t>
            </a:r>
          </a:p>
        </p:txBody>
      </p:sp>
      <p:sp>
        <p:nvSpPr>
          <p:cNvPr id="16" name="확인">
            <a:extLst xmlns:a="http://schemas.openxmlformats.org/drawingml/2006/main">
              <a:ext uri="{FF2B5EF4-FFF2-40B4-BE49-F238E27FC236}">
                <a16:creationId xmlns:a16="http://schemas.microsoft.com/office/drawing/2014/main" id="{7A34129F-119C-46C2-A251-2D124C158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571875"/>
            <a:ext cx="1143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DEDB"/>
          </a:solidFill>
          <a:ln xmlns:a="http://schemas.openxmlformats.org/drawingml/2006/main" w="19050">
            <a:solidFill>
              <a:srgbClr val="B84F45"/>
            </a:solidFill>
          </a:ln>
        </p:spPr>
        <p:txBody>
          <a:bodyPr xmlns:a="http://schemas.openxmlformats.org/drawingml/2006/main" wrap="square" lIns="28575" tIns="28575" rIns="2857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65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rPr>
              <a:t>확인</a:t>
            </a:r>
          </a:p>
        </p:txBody>
      </p:sp>
      <p:sp>
        <p:nvSpPr>
          <p:cNvPr id="17" name="사용자가 보고 채택">
            <a:extLst xmlns:a="http://schemas.openxmlformats.org/drawingml/2006/main">
              <a:ext uri="{FF2B5EF4-FFF2-40B4-BE49-F238E27FC236}">
                <a16:creationId xmlns:a16="http://schemas.microsoft.com/office/drawing/2014/main" id="{C185F4A2-D401-4D8C-838D-DBCC8C1A0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029075"/>
            <a:ext cx="3238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84F45"/>
            </a:solidFill>
          </a:ln>
        </p:spPr>
        <p:txBody>
          <a:bodyPr xmlns:a="http://schemas.openxmlformats.org/drawingml/2006/main" wrap="square" lIns="76200" tIns="76200" rIns="762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65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사용자가 보고 채택</a:t>
            </a:r>
          </a:p>
        </p:txBody>
      </p:sp>
      <p:sp>
        <p:nvSpPr>
          <p:cNvPr id="18" name="직접 할 일  제작 전 점검 실행">
            <a:extLst xmlns:a="http://schemas.openxmlformats.org/drawingml/2006/main">
              <a:ext uri="{FF2B5EF4-FFF2-40B4-BE49-F238E27FC236}">
                <a16:creationId xmlns:a16="http://schemas.microsoft.com/office/drawing/2014/main" id="{61BA216E-141B-453C-A077-93B7EEFEB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667375"/>
            <a:ext cx="9334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EF"/>
          </a:solidFill>
          <a:ln xmlns:a="http://schemas.openxmlformats.org/drawingml/2006/main" w="19050">
            <a:solidFill>
              <a:srgbClr val="B84F45"/>
            </a:solidFill>
          </a:ln>
        </p:spPr>
        <p:txBody>
          <a:bodyPr xmlns:a="http://schemas.openxmlformats.org/drawingml/2006/main" wrap="square" lIns="76200" tIns="76200" rIns="762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80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rPr>
              <a:t>직접 할 일  제작 전 점검 실행</a:t>
            </a:r>
          </a:p>
        </p:txBody>
      </p:sp>
    </p:spTree>
    <p:extLst>
      <p:ext uri="{BB962C8B-B14F-4D97-AF65-F5344CB8AC3E}">
        <p14:creationId xmlns:p14="http://schemas.microsoft.com/office/powerpoint/2010/main" val="903726805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두 번째 요청: 로그인 없는 수업 홈페이지 만들기">
            <a:extLst xmlns:a="http://schemas.openxmlformats.org/drawingml/2006/main">
              <a:ext uri="{FF2B5EF4-FFF2-40B4-BE49-F238E27FC236}">
                <a16:creationId xmlns:a16="http://schemas.microsoft.com/office/drawing/2014/main" id="{0BA54F2A-F276-4638-A5AA-8E41A9029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952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242424"/>
                </a:solidFill>
                <a:latin typeface="KCC-Murukmuruk"/>
                <a:ea typeface="KCC-Murukmuruk"/>
                <a:cs typeface="KCC-Murukmuruk"/>
              </a:defRPr>
            </a:pPr>
            <a:r>
              <a:rPr sz="2850" b="0">
                <a:solidFill>
                  <a:srgbClr val="242424"/>
                </a:solidFill>
                <a:latin typeface="KCC-Murukmuruk"/>
                <a:ea typeface="KCC-Murukmuruk"/>
                <a:cs typeface="KCC-Murukmuruk"/>
              </a:rPr>
              <a:t>두 번째 요청: 로그인 없는 수업 홈페이지 만들기</a:t>
            </a:r>
          </a:p>
        </p:txBody>
      </p:sp>
      <p:sp>
        <p:nvSpPr>
          <p:cNvPr id="2" name="실습">
            <a:extLst xmlns:a="http://schemas.openxmlformats.org/drawingml/2006/main">
              <a:ext uri="{FF2B5EF4-FFF2-40B4-BE49-F238E27FC236}">
                <a16:creationId xmlns:a16="http://schemas.microsoft.com/office/drawing/2014/main" id="{1D458C18-DCFB-4F14-887F-70EE111C0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90525"/>
            <a:ext cx="1524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84F45"/>
            </a:solidFill>
          </a:ln>
        </p:spPr>
        <p:txBody>
          <a:bodyPr xmlns:a="http://schemas.openxmlformats.org/drawingml/2006/main" wrap="square" lIns="28575" tIns="28575" rIns="2857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650" b="0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rPr>
              <a:t>실습</a:t>
            </a:r>
          </a:p>
        </p:txBody>
      </p:sp>
      <p:sp>
        <p:nvSpPr>
          <p:cNvPr id="3" name="22">
            <a:extLst xmlns:a="http://schemas.openxmlformats.org/drawingml/2006/main">
              <a:ext uri="{FF2B5EF4-FFF2-40B4-BE49-F238E27FC236}">
                <a16:creationId xmlns:a16="http://schemas.microsoft.com/office/drawing/2014/main" id="{314EB667-8089-43EE-A05F-7211968BC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96050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13" b="0">
                <a:solidFill>
                  <a:srgbClr val="767676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613" b="0">
                <a:solidFill>
                  <a:srgbClr val="767676"/>
                </a:solidFill>
                <a:latin typeface="GriunXHangeul OCHUNGI.KIM"/>
                <a:ea typeface="GriunXHangeul OCHUNGI.KIM"/>
                <a:cs typeface="GriunXHangeul OCHUNGI.KIM"/>
              </a:rPr>
              <a:t>22</a:t>
            </a:r>
          </a:p>
        </p:txBody>
      </p:sp>
      <p:sp>
        <p:nvSpPr>
          <p:cNvPr id="4" name="핵심">
            <a:extLst xmlns:a="http://schemas.openxmlformats.org/drawingml/2006/main">
              <a:ext uri="{FF2B5EF4-FFF2-40B4-BE49-F238E27FC236}">
                <a16:creationId xmlns:a16="http://schemas.microsoft.com/office/drawing/2014/main" id="{19CC1A6A-6495-4AFE-AB7A-E722B2765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38250"/>
            <a:ext cx="10001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DEDB"/>
          </a:solidFill>
          <a:ln xmlns:a="http://schemas.openxmlformats.org/drawingml/2006/main" w="19050">
            <a:solidFill>
              <a:srgbClr val="B84F45"/>
            </a:solidFill>
          </a:ln>
        </p:spPr>
        <p:txBody>
          <a:bodyPr xmlns:a="http://schemas.openxmlformats.org/drawingml/2006/main" wrap="square" lIns="28575" tIns="28575" rIns="2857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65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rPr>
              <a:t>핵심</a:t>
            </a:r>
          </a:p>
        </p:txBody>
      </p:sp>
      <p:sp>
        <p:nvSpPr>
          <p:cNvPr id="5" name="구조, 디자인, 연결 파일, 금지 기능, 저장 위치, 실제 화면 확인을 포함한 제작 요청">
            <a:extLst xmlns:a="http://schemas.openxmlformats.org/drawingml/2006/main">
              <a:ext uri="{FF2B5EF4-FFF2-40B4-BE49-F238E27FC236}">
                <a16:creationId xmlns:a16="http://schemas.microsoft.com/office/drawing/2014/main" id="{DE77A3F8-3988-43F2-B37B-5DD1691B1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1190625"/>
            <a:ext cx="933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2025" b="1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구조, 디자인, 연결 파일, 금지 기능, 저장 위치, 실제 화면 확인을 포함한 제작 요청</a:t>
            </a:r>
          </a:p>
        </p:txBody>
      </p:sp>
      <p:sp>
        <p:nvSpPr>
          <p:cNvPr id="6" name="목적">
            <a:extLst xmlns:a="http://schemas.openxmlformats.org/drawingml/2006/main">
              <a:ext uri="{FF2B5EF4-FFF2-40B4-BE49-F238E27FC236}">
                <a16:creationId xmlns:a16="http://schemas.microsoft.com/office/drawing/2014/main" id="{54BE11B2-BFBD-467C-97EA-92B1D387D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1143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EC"/>
          </a:solidFill>
          <a:ln xmlns:a="http://schemas.openxmlformats.org/drawingml/2006/main" w="19050">
            <a:solidFill>
              <a:srgbClr val="516E83"/>
            </a:solidFill>
          </a:ln>
        </p:spPr>
        <p:txBody>
          <a:bodyPr xmlns:a="http://schemas.openxmlformats.org/drawingml/2006/main" wrap="square" lIns="28575" tIns="28575" rIns="2857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650" b="1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rPr>
              <a:t>목적</a:t>
            </a:r>
          </a:p>
        </p:txBody>
      </p:sp>
      <p:sp>
        <p:nvSpPr>
          <p:cNvPr id="7" name="무엇을 만들고 확인할지">
            <a:extLst xmlns:a="http://schemas.openxmlformats.org/drawingml/2006/main">
              <a:ext uri="{FF2B5EF4-FFF2-40B4-BE49-F238E27FC236}">
                <a16:creationId xmlns:a16="http://schemas.microsoft.com/office/drawing/2014/main" id="{652DBACA-EA49-4515-842A-7AF8D6223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52700"/>
            <a:ext cx="3238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516E83"/>
            </a:solidFill>
          </a:ln>
        </p:spPr>
        <p:txBody>
          <a:bodyPr xmlns:a="http://schemas.openxmlformats.org/drawingml/2006/main" wrap="square" lIns="76200" tIns="76200" rIns="762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65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무엇을 만들고 확인할지</a:t>
            </a:r>
          </a:p>
        </p:txBody>
      </p:sp>
      <p:sp>
        <p:nvSpPr>
          <p:cNvPr id="8" name="입력">
            <a:extLst xmlns:a="http://schemas.openxmlformats.org/drawingml/2006/main">
              <a:ext uri="{FF2B5EF4-FFF2-40B4-BE49-F238E27FC236}">
                <a16:creationId xmlns:a16="http://schemas.microsoft.com/office/drawing/2014/main" id="{5C09C98B-7754-412B-B852-AD3C70D5C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95500"/>
            <a:ext cx="1143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EC"/>
          </a:solidFill>
          <a:ln xmlns:a="http://schemas.openxmlformats.org/drawingml/2006/main" w="19050">
            <a:solidFill>
              <a:srgbClr val="516E83"/>
            </a:solidFill>
          </a:ln>
        </p:spPr>
        <p:txBody>
          <a:bodyPr xmlns:a="http://schemas.openxmlformats.org/drawingml/2006/main" wrap="square" lIns="28575" tIns="28575" rIns="2857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650" b="1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rPr>
              <a:t>입력</a:t>
            </a:r>
          </a:p>
        </p:txBody>
      </p:sp>
      <p:sp>
        <p:nvSpPr>
          <p:cNvPr id="9" name="실제 파일과 결정 내용">
            <a:extLst xmlns:a="http://schemas.openxmlformats.org/drawingml/2006/main">
              <a:ext uri="{FF2B5EF4-FFF2-40B4-BE49-F238E27FC236}">
                <a16:creationId xmlns:a16="http://schemas.microsoft.com/office/drawing/2014/main" id="{9B1D7B34-2D89-4118-8F41-F2DA831E9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552700"/>
            <a:ext cx="3238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516E83"/>
            </a:solidFill>
          </a:ln>
        </p:spPr>
        <p:txBody>
          <a:bodyPr xmlns:a="http://schemas.openxmlformats.org/drawingml/2006/main" wrap="square" lIns="76200" tIns="76200" rIns="762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65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실제 파일과 결정 내용</a:t>
            </a:r>
          </a:p>
        </p:txBody>
      </p:sp>
      <p:sp>
        <p:nvSpPr>
          <p:cNvPr id="10" name="성공 기준">
            <a:extLst xmlns:a="http://schemas.openxmlformats.org/drawingml/2006/main">
              <a:ext uri="{FF2B5EF4-FFF2-40B4-BE49-F238E27FC236}">
                <a16:creationId xmlns:a16="http://schemas.microsoft.com/office/drawing/2014/main" id="{534511AD-3A05-4883-BF0E-3FCC7DF25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095500"/>
            <a:ext cx="1143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EC"/>
          </a:solidFill>
          <a:ln xmlns:a="http://schemas.openxmlformats.org/drawingml/2006/main" w="19050">
            <a:solidFill>
              <a:srgbClr val="516E83"/>
            </a:solidFill>
          </a:ln>
        </p:spPr>
        <p:txBody>
          <a:bodyPr xmlns:a="http://schemas.openxmlformats.org/drawingml/2006/main" wrap="square" lIns="28575" tIns="28575" rIns="2857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650" b="1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rPr>
              <a:t>성공 기준</a:t>
            </a:r>
          </a:p>
        </p:txBody>
      </p:sp>
      <p:sp>
        <p:nvSpPr>
          <p:cNvPr id="11" name="완료를 판단할 증거">
            <a:extLst xmlns:a="http://schemas.openxmlformats.org/drawingml/2006/main">
              <a:ext uri="{FF2B5EF4-FFF2-40B4-BE49-F238E27FC236}">
                <a16:creationId xmlns:a16="http://schemas.microsoft.com/office/drawing/2014/main" id="{943F85AD-D6F3-43D2-AEC6-324AEB249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552700"/>
            <a:ext cx="3238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516E83"/>
            </a:solidFill>
          </a:ln>
        </p:spPr>
        <p:txBody>
          <a:bodyPr xmlns:a="http://schemas.openxmlformats.org/drawingml/2006/main" wrap="square" lIns="76200" tIns="76200" rIns="762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65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완료를 판단할 증거</a:t>
            </a:r>
          </a:p>
        </p:txBody>
      </p:sp>
      <p:sp>
        <p:nvSpPr>
          <p:cNvPr id="12" name="조건">
            <a:extLst xmlns:a="http://schemas.openxmlformats.org/drawingml/2006/main">
              <a:ext uri="{FF2B5EF4-FFF2-40B4-BE49-F238E27FC236}">
                <a16:creationId xmlns:a16="http://schemas.microsoft.com/office/drawing/2014/main" id="{56EA19AF-648B-4F53-93B2-4C4FB1044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71875"/>
            <a:ext cx="1143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EC"/>
          </a:solidFill>
          <a:ln xmlns:a="http://schemas.openxmlformats.org/drawingml/2006/main" w="19050">
            <a:solidFill>
              <a:srgbClr val="516E83"/>
            </a:solidFill>
          </a:ln>
        </p:spPr>
        <p:txBody>
          <a:bodyPr xmlns:a="http://schemas.openxmlformats.org/drawingml/2006/main" wrap="square" lIns="28575" tIns="28575" rIns="2857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650" b="1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rPr>
              <a:t>조건</a:t>
            </a:r>
          </a:p>
        </p:txBody>
      </p:sp>
      <p:sp>
        <p:nvSpPr>
          <p:cNvPr id="13" name="임의 변경과 추측 금지">
            <a:extLst xmlns:a="http://schemas.openxmlformats.org/drawingml/2006/main">
              <a:ext uri="{FF2B5EF4-FFF2-40B4-BE49-F238E27FC236}">
                <a16:creationId xmlns:a16="http://schemas.microsoft.com/office/drawing/2014/main" id="{88B6EA6C-D543-413B-9E8B-D85A42405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29075"/>
            <a:ext cx="3238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516E83"/>
            </a:solidFill>
          </a:ln>
        </p:spPr>
        <p:txBody>
          <a:bodyPr xmlns:a="http://schemas.openxmlformats.org/drawingml/2006/main" wrap="square" lIns="76200" tIns="76200" rIns="762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65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임의 변경과 추측 금지</a:t>
            </a:r>
          </a:p>
        </p:txBody>
      </p:sp>
      <p:sp>
        <p:nvSpPr>
          <p:cNvPr id="14" name="출력">
            <a:extLst xmlns:a="http://schemas.openxmlformats.org/drawingml/2006/main">
              <a:ext uri="{FF2B5EF4-FFF2-40B4-BE49-F238E27FC236}">
                <a16:creationId xmlns:a16="http://schemas.microsoft.com/office/drawing/2014/main" id="{DAD22E08-CA3B-4F44-9BCD-737BD4504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571875"/>
            <a:ext cx="1143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EC"/>
          </a:solidFill>
          <a:ln xmlns:a="http://schemas.openxmlformats.org/drawingml/2006/main" w="19050">
            <a:solidFill>
              <a:srgbClr val="516E83"/>
            </a:solidFill>
          </a:ln>
        </p:spPr>
        <p:txBody>
          <a:bodyPr xmlns:a="http://schemas.openxmlformats.org/drawingml/2006/main" wrap="square" lIns="28575" tIns="28575" rIns="2857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650" b="1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rPr>
              <a:t>출력</a:t>
            </a:r>
          </a:p>
        </p:txBody>
      </p:sp>
      <p:sp>
        <p:nvSpPr>
          <p:cNvPr id="15" name="파일·미리보기·문제 기록">
            <a:extLst xmlns:a="http://schemas.openxmlformats.org/drawingml/2006/main">
              <a:ext uri="{FF2B5EF4-FFF2-40B4-BE49-F238E27FC236}">
                <a16:creationId xmlns:a16="http://schemas.microsoft.com/office/drawing/2014/main" id="{039546F5-5F36-44C0-A8DE-8F0DB5CDA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029075"/>
            <a:ext cx="3238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516E83"/>
            </a:solidFill>
          </a:ln>
        </p:spPr>
        <p:txBody>
          <a:bodyPr xmlns:a="http://schemas.openxmlformats.org/drawingml/2006/main" wrap="square" lIns="76200" tIns="76200" rIns="762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65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파일·미리보기·문제 기록</a:t>
            </a:r>
          </a:p>
        </p:txBody>
      </p:sp>
      <p:sp>
        <p:nvSpPr>
          <p:cNvPr id="16" name="확인">
            <a:extLst xmlns:a="http://schemas.openxmlformats.org/drawingml/2006/main">
              <a:ext uri="{FF2B5EF4-FFF2-40B4-BE49-F238E27FC236}">
                <a16:creationId xmlns:a16="http://schemas.microsoft.com/office/drawing/2014/main" id="{E8368D20-A460-4F63-A9A1-3DB72E2FC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571875"/>
            <a:ext cx="1143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DEDB"/>
          </a:solidFill>
          <a:ln xmlns:a="http://schemas.openxmlformats.org/drawingml/2006/main" w="19050">
            <a:solidFill>
              <a:srgbClr val="B84F45"/>
            </a:solidFill>
          </a:ln>
        </p:spPr>
        <p:txBody>
          <a:bodyPr xmlns:a="http://schemas.openxmlformats.org/drawingml/2006/main" wrap="square" lIns="28575" tIns="28575" rIns="2857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65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rPr>
              <a:t>확인</a:t>
            </a:r>
          </a:p>
        </p:txBody>
      </p:sp>
      <p:sp>
        <p:nvSpPr>
          <p:cNvPr id="17" name="사용자가 보고 채택">
            <a:extLst xmlns:a="http://schemas.openxmlformats.org/drawingml/2006/main">
              <a:ext uri="{FF2B5EF4-FFF2-40B4-BE49-F238E27FC236}">
                <a16:creationId xmlns:a16="http://schemas.microsoft.com/office/drawing/2014/main" id="{60406149-540F-47D2-82D0-7179EA294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029075"/>
            <a:ext cx="3238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84F45"/>
            </a:solidFill>
          </a:ln>
        </p:spPr>
        <p:txBody>
          <a:bodyPr xmlns:a="http://schemas.openxmlformats.org/drawingml/2006/main" wrap="square" lIns="76200" tIns="76200" rIns="762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65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사용자가 보고 채택</a:t>
            </a:r>
          </a:p>
        </p:txBody>
      </p:sp>
      <p:sp>
        <p:nvSpPr>
          <p:cNvPr id="18" name="직접 할 일  홈페이지 초안 생성">
            <a:extLst xmlns:a="http://schemas.openxmlformats.org/drawingml/2006/main">
              <a:ext uri="{FF2B5EF4-FFF2-40B4-BE49-F238E27FC236}">
                <a16:creationId xmlns:a16="http://schemas.microsoft.com/office/drawing/2014/main" id="{5DE9392F-D9C8-45FD-83BA-84598E225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667375"/>
            <a:ext cx="9334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EF"/>
          </a:solidFill>
          <a:ln xmlns:a="http://schemas.openxmlformats.org/drawingml/2006/main" w="19050">
            <a:solidFill>
              <a:srgbClr val="B84F45"/>
            </a:solidFill>
          </a:ln>
        </p:spPr>
        <p:txBody>
          <a:bodyPr xmlns:a="http://schemas.openxmlformats.org/drawingml/2006/main" wrap="square" lIns="76200" tIns="76200" rIns="762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80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rPr>
              <a:t>직접 할 일  홈페이지 초안 생성</a:t>
            </a:r>
          </a:p>
        </p:txBody>
      </p:sp>
    </p:spTree>
    <p:extLst>
      <p:ext uri="{BB962C8B-B14F-4D97-AF65-F5344CB8AC3E}">
        <p14:creationId xmlns:p14="http://schemas.microsoft.com/office/powerpoint/2010/main" val="402990994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만들어졌다는 보고보다 실제 첫 화면을 연다">
            <a:extLst xmlns:a="http://schemas.openxmlformats.org/drawingml/2006/main">
              <a:ext uri="{FF2B5EF4-FFF2-40B4-BE49-F238E27FC236}">
                <a16:creationId xmlns:a16="http://schemas.microsoft.com/office/drawing/2014/main" id="{21DD3A1A-4748-4709-93F2-307E2DF3B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952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0">
                <a:solidFill>
                  <a:srgbClr val="242424"/>
                </a:solidFill>
                <a:latin typeface="KCC-Murukmuruk"/>
                <a:ea typeface="KCC-Murukmuruk"/>
                <a:cs typeface="KCC-Murukmuruk"/>
              </a:defRPr>
            </a:pPr>
            <a:r>
              <a:rPr sz="3225" b="0">
                <a:solidFill>
                  <a:srgbClr val="242424"/>
                </a:solidFill>
                <a:latin typeface="KCC-Murukmuruk"/>
                <a:ea typeface="KCC-Murukmuruk"/>
                <a:cs typeface="KCC-Murukmuruk"/>
              </a:rPr>
              <a:t>만들어졌다는 보고보다 실제 첫 화면을 연다</a:t>
            </a:r>
          </a:p>
        </p:txBody>
      </p:sp>
      <p:sp>
        <p:nvSpPr>
          <p:cNvPr id="2" name="확인">
            <a:extLst xmlns:a="http://schemas.openxmlformats.org/drawingml/2006/main">
              <a:ext uri="{FF2B5EF4-FFF2-40B4-BE49-F238E27FC236}">
                <a16:creationId xmlns:a16="http://schemas.microsoft.com/office/drawing/2014/main" id="{8417F145-21D6-4B22-A919-0970F828C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90525"/>
            <a:ext cx="1524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84F45"/>
            </a:solidFill>
          </a:ln>
        </p:spPr>
        <p:txBody>
          <a:bodyPr xmlns:a="http://schemas.openxmlformats.org/drawingml/2006/main" wrap="square" lIns="28575" tIns="28575" rIns="2857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650" b="0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rPr>
              <a:t>확인</a:t>
            </a:r>
          </a:p>
        </p:txBody>
      </p:sp>
      <p:sp>
        <p:nvSpPr>
          <p:cNvPr id="3" name="23">
            <a:extLst xmlns:a="http://schemas.openxmlformats.org/drawingml/2006/main">
              <a:ext uri="{FF2B5EF4-FFF2-40B4-BE49-F238E27FC236}">
                <a16:creationId xmlns:a16="http://schemas.microsoft.com/office/drawing/2014/main" id="{32323F1B-FD75-49E9-86C0-DF4FCED95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96050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13" b="0">
                <a:solidFill>
                  <a:srgbClr val="767676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613" b="0">
                <a:solidFill>
                  <a:srgbClr val="767676"/>
                </a:solidFill>
                <a:latin typeface="GriunXHangeul OCHUNGI.KIM"/>
                <a:ea typeface="GriunXHangeul OCHUNGI.KIM"/>
                <a:cs typeface="GriunXHangeul OCHUNGI.KIM"/>
              </a:rPr>
              <a:t>23</a:t>
            </a:r>
          </a:p>
        </p:txBody>
      </p:sp>
      <p:sp>
        <p:nvSpPr>
          <p:cNvPr id="4" name="제목·소개·시작 버튼·수업 순서가 바로 읽히는지 확인">
            <a:extLst xmlns:a="http://schemas.openxmlformats.org/drawingml/2006/main">
              <a:ext uri="{FF2B5EF4-FFF2-40B4-BE49-F238E27FC236}">
                <a16:creationId xmlns:a16="http://schemas.microsoft.com/office/drawing/2014/main" id="{88EFEDC9-E12C-4748-9217-42996CC61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19200"/>
            <a:ext cx="48577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950" b="1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제목·소개·시작 버튼·수업 순서가 바로 읽히는지 확인</a:t>
            </a:r>
          </a:p>
        </p:txBody>
      </p:sp>
      <p:sp>
        <p:nvSpPr>
          <p:cNvPr id="5" name="제목">
            <a:extLst xmlns:a="http://schemas.openxmlformats.org/drawingml/2006/main">
              <a:ext uri="{FF2B5EF4-FFF2-40B4-BE49-F238E27FC236}">
                <a16:creationId xmlns:a16="http://schemas.microsoft.com/office/drawing/2014/main" id="{079E14E6-E940-47E7-BF1F-21900C8CD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47950"/>
            <a:ext cx="4095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516E83"/>
            </a:solidFill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725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제목</a:t>
            </a:r>
          </a:p>
        </p:txBody>
      </p:sp>
      <p:sp>
        <p:nvSpPr>
          <p:cNvPr id="6" name="소개">
            <a:extLst xmlns:a="http://schemas.openxmlformats.org/drawingml/2006/main">
              <a:ext uri="{FF2B5EF4-FFF2-40B4-BE49-F238E27FC236}">
                <a16:creationId xmlns:a16="http://schemas.microsoft.com/office/drawing/2014/main" id="{DF7E2CD3-8B22-4144-9A49-E339DE54A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71850"/>
            <a:ext cx="4095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516E83"/>
            </a:solidFill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725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소개</a:t>
            </a:r>
          </a:p>
        </p:txBody>
      </p:sp>
      <p:sp>
        <p:nvSpPr>
          <p:cNvPr id="7" name="시작 버튼">
            <a:extLst xmlns:a="http://schemas.openxmlformats.org/drawingml/2006/main">
              <a:ext uri="{FF2B5EF4-FFF2-40B4-BE49-F238E27FC236}">
                <a16:creationId xmlns:a16="http://schemas.microsoft.com/office/drawing/2014/main" id="{3AF05246-56E7-4611-966F-48A4B93B1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0"/>
            <a:ext cx="4095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DEDB"/>
          </a:solidFill>
          <a:ln xmlns:a="http://schemas.openxmlformats.org/drawingml/2006/main" w="19050">
            <a:solidFill>
              <a:srgbClr val="B84F45"/>
            </a:solidFill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725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rPr>
              <a:t>시작 버튼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98917b3cd74645"/>
          <a:stretch xmlns:a="http://schemas.openxmlformats.org/drawingml/2006/main"/>
        </p:blipFill>
        <p:spPr>
          <a:xfrm xmlns:a="http://schemas.openxmlformats.org/drawingml/2006/main">
            <a:off x="4762500" y="1356287"/>
            <a:ext cx="6858000" cy="3859676"/>
          </a:xfrm>
          <a:prstGeom xmlns:a="http://schemas.openxmlformats.org/drawingml/2006/main" prst="rect">
            <a:avLst/>
          </a:prstGeom>
        </p:spPr>
      </p:pic>
      <p:sp>
        <p:nvSpPr>
          <p:cNvPr id="9" name="직접 할 일  데스크톱 화면 점검">
            <a:extLst xmlns:a="http://schemas.openxmlformats.org/drawingml/2006/main">
              <a:ext uri="{FF2B5EF4-FFF2-40B4-BE49-F238E27FC236}">
                <a16:creationId xmlns:a16="http://schemas.microsoft.com/office/drawing/2014/main" id="{D66CC2F0-A02F-46E2-B707-297238CC7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667375"/>
            <a:ext cx="9334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EF"/>
          </a:solidFill>
          <a:ln xmlns:a="http://schemas.openxmlformats.org/drawingml/2006/main" w="19050">
            <a:solidFill>
              <a:srgbClr val="B84F45"/>
            </a:solidFill>
          </a:ln>
        </p:spPr>
        <p:txBody>
          <a:bodyPr xmlns:a="http://schemas.openxmlformats.org/drawingml/2006/main" wrap="square" lIns="76200" tIns="76200" rIns="762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80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rPr>
              <a:t>직접 할 일  데스크톱 화면 점검</a:t>
            </a:r>
          </a:p>
        </p:txBody>
      </p:sp>
    </p:spTree>
    <p:extLst>
      <p:ext uri="{BB962C8B-B14F-4D97-AF65-F5344CB8AC3E}">
        <p14:creationId xmlns:p14="http://schemas.microsoft.com/office/powerpoint/2010/main" val="1591011045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휴대전화에서는 글과 버튼이 자연스럽게 다시 놓여야 한다">
            <a:extLst xmlns:a="http://schemas.openxmlformats.org/drawingml/2006/main">
              <a:ext uri="{FF2B5EF4-FFF2-40B4-BE49-F238E27FC236}">
                <a16:creationId xmlns:a16="http://schemas.microsoft.com/office/drawing/2014/main" id="{4D9A354A-4F7D-4793-90C1-E540BAFD5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952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242424"/>
                </a:solidFill>
                <a:latin typeface="KCC-Murukmuruk"/>
                <a:ea typeface="KCC-Murukmuruk"/>
                <a:cs typeface="KCC-Murukmuruk"/>
              </a:defRPr>
            </a:pPr>
            <a:r>
              <a:rPr sz="2850" b="0">
                <a:solidFill>
                  <a:srgbClr val="242424"/>
                </a:solidFill>
                <a:latin typeface="KCC-Murukmuruk"/>
                <a:ea typeface="KCC-Murukmuruk"/>
                <a:cs typeface="KCC-Murukmuruk"/>
              </a:rPr>
              <a:t>휴대전화에서는 글과 버튼이 자연스럽게 다시 놓여야 한다</a:t>
            </a:r>
          </a:p>
        </p:txBody>
      </p:sp>
      <p:sp>
        <p:nvSpPr>
          <p:cNvPr id="2" name="실습">
            <a:extLst xmlns:a="http://schemas.openxmlformats.org/drawingml/2006/main">
              <a:ext uri="{FF2B5EF4-FFF2-40B4-BE49-F238E27FC236}">
                <a16:creationId xmlns:a16="http://schemas.microsoft.com/office/drawing/2014/main" id="{00D69D5E-32F2-4286-B7C2-01D17FF12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90525"/>
            <a:ext cx="1524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84F45"/>
            </a:solidFill>
          </a:ln>
        </p:spPr>
        <p:txBody>
          <a:bodyPr xmlns:a="http://schemas.openxmlformats.org/drawingml/2006/main" wrap="square" lIns="28575" tIns="28575" rIns="2857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650" b="0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rPr>
              <a:t>실습</a:t>
            </a:r>
          </a:p>
        </p:txBody>
      </p:sp>
      <p:sp>
        <p:nvSpPr>
          <p:cNvPr id="3" name="24">
            <a:extLst xmlns:a="http://schemas.openxmlformats.org/drawingml/2006/main">
              <a:ext uri="{FF2B5EF4-FFF2-40B4-BE49-F238E27FC236}">
                <a16:creationId xmlns:a16="http://schemas.microsoft.com/office/drawing/2014/main" id="{68E1DE73-7471-4895-88B9-0B25B5CF2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96050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13" b="0">
                <a:solidFill>
                  <a:srgbClr val="767676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613" b="0">
                <a:solidFill>
                  <a:srgbClr val="767676"/>
                </a:solidFill>
                <a:latin typeface="GriunXHangeul OCHUNGI.KIM"/>
                <a:ea typeface="GriunXHangeul OCHUNGI.KIM"/>
                <a:cs typeface="GriunXHangeul OCHUNGI.KIM"/>
              </a:rPr>
              <a:t>24</a:t>
            </a:r>
          </a:p>
        </p:txBody>
      </p:sp>
      <p:sp>
        <p:nvSpPr>
          <p:cNvPr id="4" name="가로 스크롤, 긴 제목, 버튼 크기, 교안 열기와 다운로드 대안">
            <a:extLst xmlns:a="http://schemas.openxmlformats.org/drawingml/2006/main">
              <a:ext uri="{FF2B5EF4-FFF2-40B4-BE49-F238E27FC236}">
                <a16:creationId xmlns:a16="http://schemas.microsoft.com/office/drawing/2014/main" id="{2A0C680F-E81A-4DC9-88F5-4CFAB2DB0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19200"/>
            <a:ext cx="48577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950" b="1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가로 스크롤, 긴 제목, 버튼 크기, 교안 열기와 다운로드 대안</a:t>
            </a:r>
          </a:p>
        </p:txBody>
      </p:sp>
      <p:sp>
        <p:nvSpPr>
          <p:cNvPr id="5" name="가로 스크롤">
            <a:extLst xmlns:a="http://schemas.openxmlformats.org/drawingml/2006/main">
              <a:ext uri="{FF2B5EF4-FFF2-40B4-BE49-F238E27FC236}">
                <a16:creationId xmlns:a16="http://schemas.microsoft.com/office/drawing/2014/main" id="{F24A8ECC-9ECF-4AF1-BCEF-3229553DB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47950"/>
            <a:ext cx="4095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516E83"/>
            </a:solidFill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725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가로 스크롤</a:t>
            </a:r>
          </a:p>
        </p:txBody>
      </p:sp>
      <p:sp>
        <p:nvSpPr>
          <p:cNvPr id="6" name="긴 제목">
            <a:extLst xmlns:a="http://schemas.openxmlformats.org/drawingml/2006/main">
              <a:ext uri="{FF2B5EF4-FFF2-40B4-BE49-F238E27FC236}">
                <a16:creationId xmlns:a16="http://schemas.microsoft.com/office/drawing/2014/main" id="{AEDFACA6-33BB-4A1A-98FE-B718B1466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71850"/>
            <a:ext cx="4095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516E83"/>
            </a:solidFill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725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긴 제목</a:t>
            </a:r>
          </a:p>
        </p:txBody>
      </p:sp>
      <p:sp>
        <p:nvSpPr>
          <p:cNvPr id="7" name="버튼 크기">
            <a:extLst xmlns:a="http://schemas.openxmlformats.org/drawingml/2006/main">
              <a:ext uri="{FF2B5EF4-FFF2-40B4-BE49-F238E27FC236}">
                <a16:creationId xmlns:a16="http://schemas.microsoft.com/office/drawing/2014/main" id="{ACE34032-7A88-40CE-99A7-5B3DDBA91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0"/>
            <a:ext cx="4095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DEDB"/>
          </a:solidFill>
          <a:ln xmlns:a="http://schemas.openxmlformats.org/drawingml/2006/main" w="19050">
            <a:solidFill>
              <a:srgbClr val="B84F45"/>
            </a:solidFill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725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rPr>
              <a:t>버튼 크기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53de4de7be4b16"/>
          <a:stretch xmlns:a="http://schemas.openxmlformats.org/drawingml/2006/main"/>
        </p:blipFill>
        <p:spPr>
          <a:xfrm xmlns:a="http://schemas.openxmlformats.org/drawingml/2006/main">
            <a:off x="4762500" y="1356287"/>
            <a:ext cx="6858000" cy="3859676"/>
          </a:xfrm>
          <a:prstGeom xmlns:a="http://schemas.openxmlformats.org/drawingml/2006/main" prst="rect">
            <a:avLst/>
          </a:prstGeom>
        </p:spPr>
      </p:pic>
      <p:sp>
        <p:nvSpPr>
          <p:cNvPr id="9" name="직접 할 일  모바일 화면 점검">
            <a:extLst xmlns:a="http://schemas.openxmlformats.org/drawingml/2006/main">
              <a:ext uri="{FF2B5EF4-FFF2-40B4-BE49-F238E27FC236}">
                <a16:creationId xmlns:a16="http://schemas.microsoft.com/office/drawing/2014/main" id="{C6E898B8-2CEC-4B82-BED0-FE46BA5CD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667375"/>
            <a:ext cx="9334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EF"/>
          </a:solidFill>
          <a:ln xmlns:a="http://schemas.openxmlformats.org/drawingml/2006/main" w="19050">
            <a:solidFill>
              <a:srgbClr val="B84F45"/>
            </a:solidFill>
          </a:ln>
        </p:spPr>
        <p:txBody>
          <a:bodyPr xmlns:a="http://schemas.openxmlformats.org/drawingml/2006/main" wrap="square" lIns="76200" tIns="76200" rIns="762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80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rPr>
              <a:t>직접 할 일  모바일 화면 점검</a:t>
            </a:r>
          </a:p>
        </p:txBody>
      </p:sp>
    </p:spTree>
    <p:extLst>
      <p:ext uri="{BB962C8B-B14F-4D97-AF65-F5344CB8AC3E}">
        <p14:creationId xmlns:p14="http://schemas.microsoft.com/office/powerpoint/2010/main" val="551972044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마우스 없이도 주요 자료를 열 수 있어야 한다">
            <a:extLst xmlns:a="http://schemas.openxmlformats.org/drawingml/2006/main">
              <a:ext uri="{FF2B5EF4-FFF2-40B4-BE49-F238E27FC236}">
                <a16:creationId xmlns:a16="http://schemas.microsoft.com/office/drawing/2014/main" id="{B77D61FB-3222-4A7F-8C66-4F8B785E4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952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0">
                <a:solidFill>
                  <a:srgbClr val="242424"/>
                </a:solidFill>
                <a:latin typeface="KCC-Murukmuruk"/>
                <a:ea typeface="KCC-Murukmuruk"/>
                <a:cs typeface="KCC-Murukmuruk"/>
              </a:defRPr>
            </a:pPr>
            <a:r>
              <a:rPr sz="3225" b="0">
                <a:solidFill>
                  <a:srgbClr val="242424"/>
                </a:solidFill>
                <a:latin typeface="KCC-Murukmuruk"/>
                <a:ea typeface="KCC-Murukmuruk"/>
                <a:cs typeface="KCC-Murukmuruk"/>
              </a:rPr>
              <a:t>마우스 없이도 주요 자료를 열 수 있어야 한다</a:t>
            </a:r>
          </a:p>
        </p:txBody>
      </p:sp>
      <p:sp>
        <p:nvSpPr>
          <p:cNvPr id="2" name="실습">
            <a:extLst xmlns:a="http://schemas.openxmlformats.org/drawingml/2006/main">
              <a:ext uri="{FF2B5EF4-FFF2-40B4-BE49-F238E27FC236}">
                <a16:creationId xmlns:a16="http://schemas.microsoft.com/office/drawing/2014/main" id="{E38EEDBE-6A85-4EB5-9EE2-4A0D74207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90525"/>
            <a:ext cx="1524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84F45"/>
            </a:solidFill>
          </a:ln>
        </p:spPr>
        <p:txBody>
          <a:bodyPr xmlns:a="http://schemas.openxmlformats.org/drawingml/2006/main" wrap="square" lIns="28575" tIns="28575" rIns="2857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650" b="0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rPr>
              <a:t>실습</a:t>
            </a:r>
          </a:p>
        </p:txBody>
      </p:sp>
      <p:sp>
        <p:nvSpPr>
          <p:cNvPr id="3" name="25">
            <a:extLst xmlns:a="http://schemas.openxmlformats.org/drawingml/2006/main">
              <a:ext uri="{FF2B5EF4-FFF2-40B4-BE49-F238E27FC236}">
                <a16:creationId xmlns:a16="http://schemas.microsoft.com/office/drawing/2014/main" id="{274FFB30-DC2D-4C7B-BFB2-BF32DEF9A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96050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13" b="0">
                <a:solidFill>
                  <a:srgbClr val="767676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613" b="0">
                <a:solidFill>
                  <a:srgbClr val="767676"/>
                </a:solidFill>
                <a:latin typeface="GriunXHangeul OCHUNGI.KIM"/>
                <a:ea typeface="GriunXHangeul OCHUNGI.KIM"/>
                <a:cs typeface="GriunXHangeul OCHUNGI.KIM"/>
              </a:rPr>
              <a:t>25</a:t>
            </a:r>
          </a:p>
        </p:txBody>
      </p:sp>
      <p:sp>
        <p:nvSpPr>
          <p:cNvPr id="4" name="키보드 이동, 보이는 선택 표시, 제목 순서, 이미지 설명">
            <a:extLst xmlns:a="http://schemas.openxmlformats.org/drawingml/2006/main">
              <a:ext uri="{FF2B5EF4-FFF2-40B4-BE49-F238E27FC236}">
                <a16:creationId xmlns:a16="http://schemas.microsoft.com/office/drawing/2014/main" id="{36541A0A-EA55-4AD4-AA89-27D9F6EA3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19200"/>
            <a:ext cx="48577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950" b="1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키보드 이동, 보이는 선택 표시, 제목 순서, 이미지 설명</a:t>
            </a:r>
          </a:p>
        </p:txBody>
      </p:sp>
      <p:sp>
        <p:nvSpPr>
          <p:cNvPr id="5" name="키보드 이동">
            <a:extLst xmlns:a="http://schemas.openxmlformats.org/drawingml/2006/main">
              <a:ext uri="{FF2B5EF4-FFF2-40B4-BE49-F238E27FC236}">
                <a16:creationId xmlns:a16="http://schemas.microsoft.com/office/drawing/2014/main" id="{DB4B3A32-E9CA-43AE-82BD-823D46B99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47950"/>
            <a:ext cx="4095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516E83"/>
            </a:solidFill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725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키보드 이동</a:t>
            </a:r>
          </a:p>
        </p:txBody>
      </p:sp>
      <p:sp>
        <p:nvSpPr>
          <p:cNvPr id="6" name="보이는 선택 표시">
            <a:extLst xmlns:a="http://schemas.openxmlformats.org/drawingml/2006/main">
              <a:ext uri="{FF2B5EF4-FFF2-40B4-BE49-F238E27FC236}">
                <a16:creationId xmlns:a16="http://schemas.microsoft.com/office/drawing/2014/main" id="{308759F4-C1A4-4961-A07F-C14DDE2A9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71850"/>
            <a:ext cx="4095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516E83"/>
            </a:solidFill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725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보이는 선택 표시</a:t>
            </a:r>
          </a:p>
        </p:txBody>
      </p:sp>
      <p:sp>
        <p:nvSpPr>
          <p:cNvPr id="7" name="제목 순서">
            <a:extLst xmlns:a="http://schemas.openxmlformats.org/drawingml/2006/main">
              <a:ext uri="{FF2B5EF4-FFF2-40B4-BE49-F238E27FC236}">
                <a16:creationId xmlns:a16="http://schemas.microsoft.com/office/drawing/2014/main" id="{249FDD15-E2DC-400E-8A2F-2E1F22974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0"/>
            <a:ext cx="4095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DEDB"/>
          </a:solidFill>
          <a:ln xmlns:a="http://schemas.openxmlformats.org/drawingml/2006/main" w="19050">
            <a:solidFill>
              <a:srgbClr val="B84F45"/>
            </a:solidFill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725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rPr>
              <a:t>제목 순서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a4a82989394a49"/>
          <a:stretch xmlns:a="http://schemas.openxmlformats.org/drawingml/2006/main"/>
        </p:blipFill>
        <p:spPr>
          <a:xfrm xmlns:a="http://schemas.openxmlformats.org/drawingml/2006/main">
            <a:off x="4762500" y="1356287"/>
            <a:ext cx="6858000" cy="3859676"/>
          </a:xfrm>
          <a:prstGeom xmlns:a="http://schemas.openxmlformats.org/drawingml/2006/main" prst="rect">
            <a:avLst/>
          </a:prstGeom>
        </p:spPr>
      </p:pic>
      <p:sp>
        <p:nvSpPr>
          <p:cNvPr id="9" name="직접 할 일  접근성 점검">
            <a:extLst xmlns:a="http://schemas.openxmlformats.org/drawingml/2006/main">
              <a:ext uri="{FF2B5EF4-FFF2-40B4-BE49-F238E27FC236}">
                <a16:creationId xmlns:a16="http://schemas.microsoft.com/office/drawing/2014/main" id="{F0921575-F1E7-4C9E-80B1-179535906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667375"/>
            <a:ext cx="9334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EF"/>
          </a:solidFill>
          <a:ln xmlns:a="http://schemas.openxmlformats.org/drawingml/2006/main" w="19050">
            <a:solidFill>
              <a:srgbClr val="B84F45"/>
            </a:solidFill>
          </a:ln>
        </p:spPr>
        <p:txBody>
          <a:bodyPr xmlns:a="http://schemas.openxmlformats.org/drawingml/2006/main" wrap="square" lIns="76200" tIns="76200" rIns="762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80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rPr>
              <a:t>직접 할 일  접근성 점검</a:t>
            </a:r>
          </a:p>
        </p:txBody>
      </p:sp>
    </p:spTree>
    <p:extLst>
      <p:ext uri="{BB962C8B-B14F-4D97-AF65-F5344CB8AC3E}">
        <p14:creationId xmlns:p14="http://schemas.microsoft.com/office/powerpoint/2010/main" val="199854571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움직임을 줄여도 내용과 기능은 남아야 한다">
            <a:extLst xmlns:a="http://schemas.openxmlformats.org/drawingml/2006/main">
              <a:ext uri="{FF2B5EF4-FFF2-40B4-BE49-F238E27FC236}">
                <a16:creationId xmlns:a16="http://schemas.microsoft.com/office/drawing/2014/main" id="{0B5CCD40-F6F3-4CA3-9FC2-C40ED9FDA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952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0">
                <a:solidFill>
                  <a:srgbClr val="242424"/>
                </a:solidFill>
                <a:latin typeface="KCC-Murukmuruk"/>
                <a:ea typeface="KCC-Murukmuruk"/>
                <a:cs typeface="KCC-Murukmuruk"/>
              </a:defRPr>
            </a:pPr>
            <a:r>
              <a:rPr sz="3225" b="0">
                <a:solidFill>
                  <a:srgbClr val="242424"/>
                </a:solidFill>
                <a:latin typeface="KCC-Murukmuruk"/>
                <a:ea typeface="KCC-Murukmuruk"/>
                <a:cs typeface="KCC-Murukmuruk"/>
              </a:rPr>
              <a:t>움직임을 줄여도 내용과 기능은 남아야 한다</a:t>
            </a:r>
          </a:p>
        </p:txBody>
      </p:sp>
      <p:sp>
        <p:nvSpPr>
          <p:cNvPr id="2" name="실습">
            <a:extLst xmlns:a="http://schemas.openxmlformats.org/drawingml/2006/main">
              <a:ext uri="{FF2B5EF4-FFF2-40B4-BE49-F238E27FC236}">
                <a16:creationId xmlns:a16="http://schemas.microsoft.com/office/drawing/2014/main" id="{9AFA04F0-CDBF-4727-BFE7-56F7A6C40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90525"/>
            <a:ext cx="1524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84F45"/>
            </a:solidFill>
          </a:ln>
        </p:spPr>
        <p:txBody>
          <a:bodyPr xmlns:a="http://schemas.openxmlformats.org/drawingml/2006/main" wrap="square" lIns="28575" tIns="28575" rIns="2857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650" b="0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rPr>
              <a:t>실습</a:t>
            </a:r>
          </a:p>
        </p:txBody>
      </p:sp>
      <p:sp>
        <p:nvSpPr>
          <p:cNvPr id="3" name="26">
            <a:extLst xmlns:a="http://schemas.openxmlformats.org/drawingml/2006/main">
              <a:ext uri="{FF2B5EF4-FFF2-40B4-BE49-F238E27FC236}">
                <a16:creationId xmlns:a16="http://schemas.microsoft.com/office/drawing/2014/main" id="{03DC87A0-4327-4632-AA63-FF1A24243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96050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13" b="0">
                <a:solidFill>
                  <a:srgbClr val="767676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613" b="0">
                <a:solidFill>
                  <a:srgbClr val="767676"/>
                </a:solidFill>
                <a:latin typeface="GriunXHangeul OCHUNGI.KIM"/>
                <a:ea typeface="GriunXHangeul OCHUNGI.KIM"/>
                <a:cs typeface="GriunXHangeul OCHUNGI.KIM"/>
              </a:rPr>
              <a:t>26</a:t>
            </a:r>
          </a:p>
        </p:txBody>
      </p:sp>
      <p:sp>
        <p:nvSpPr>
          <p:cNvPr id="4" name="자동 움직임 정지, 움직임 축소 설정, 애니메이션 없는 상태">
            <a:extLst xmlns:a="http://schemas.openxmlformats.org/drawingml/2006/main">
              <a:ext uri="{FF2B5EF4-FFF2-40B4-BE49-F238E27FC236}">
                <a16:creationId xmlns:a16="http://schemas.microsoft.com/office/drawing/2014/main" id="{5C0A72CF-A460-4D6B-BFF4-77B321EFE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19200"/>
            <a:ext cx="48577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950" b="1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자동 움직임 정지, 움직임 축소 설정, 애니메이션 없는 상태</a:t>
            </a:r>
          </a:p>
        </p:txBody>
      </p:sp>
      <p:sp>
        <p:nvSpPr>
          <p:cNvPr id="5" name="자동 움직임 정지">
            <a:extLst xmlns:a="http://schemas.openxmlformats.org/drawingml/2006/main">
              <a:ext uri="{FF2B5EF4-FFF2-40B4-BE49-F238E27FC236}">
                <a16:creationId xmlns:a16="http://schemas.microsoft.com/office/drawing/2014/main" id="{C1C7FFF5-CF23-4E20-90FC-D2D4CB613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47950"/>
            <a:ext cx="4095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516E83"/>
            </a:solidFill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725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자동 움직임 정지</a:t>
            </a:r>
          </a:p>
        </p:txBody>
      </p:sp>
      <p:sp>
        <p:nvSpPr>
          <p:cNvPr id="6" name="움직임 축소 설정">
            <a:extLst xmlns:a="http://schemas.openxmlformats.org/drawingml/2006/main">
              <a:ext uri="{FF2B5EF4-FFF2-40B4-BE49-F238E27FC236}">
                <a16:creationId xmlns:a16="http://schemas.microsoft.com/office/drawing/2014/main" id="{D0F4C216-024A-40EA-8E13-ACB7DCD2B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71850"/>
            <a:ext cx="4095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516E83"/>
            </a:solidFill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725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움직임 축소 설정</a:t>
            </a:r>
          </a:p>
        </p:txBody>
      </p:sp>
      <p:sp>
        <p:nvSpPr>
          <p:cNvPr id="7" name="애니메이션 없는 상태">
            <a:extLst xmlns:a="http://schemas.openxmlformats.org/drawingml/2006/main">
              <a:ext uri="{FF2B5EF4-FFF2-40B4-BE49-F238E27FC236}">
                <a16:creationId xmlns:a16="http://schemas.microsoft.com/office/drawing/2014/main" id="{EE52264D-A0AD-4090-8A0B-3D9A09CC9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0"/>
            <a:ext cx="4095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DEDB"/>
          </a:solidFill>
          <a:ln xmlns:a="http://schemas.openxmlformats.org/drawingml/2006/main" w="19050">
            <a:solidFill>
              <a:srgbClr val="B84F45"/>
            </a:solidFill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725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rPr>
              <a:t>애니메이션 없는 상태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de3f6035f34ea1"/>
          <a:stretch xmlns:a="http://schemas.openxmlformats.org/drawingml/2006/main"/>
        </p:blipFill>
        <p:spPr>
          <a:xfrm xmlns:a="http://schemas.openxmlformats.org/drawingml/2006/main">
            <a:off x="4762500" y="1356287"/>
            <a:ext cx="6858000" cy="3859676"/>
          </a:xfrm>
          <a:prstGeom xmlns:a="http://schemas.openxmlformats.org/drawingml/2006/main" prst="rect">
            <a:avLst/>
          </a:prstGeom>
        </p:spPr>
      </p:pic>
      <p:sp>
        <p:nvSpPr>
          <p:cNvPr id="9" name="직접 할 일  움직임 대안 확인">
            <a:extLst xmlns:a="http://schemas.openxmlformats.org/drawingml/2006/main">
              <a:ext uri="{FF2B5EF4-FFF2-40B4-BE49-F238E27FC236}">
                <a16:creationId xmlns:a16="http://schemas.microsoft.com/office/drawing/2014/main" id="{2C2378D3-A66E-481F-80FF-A2699FE69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667375"/>
            <a:ext cx="9334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EF"/>
          </a:solidFill>
          <a:ln xmlns:a="http://schemas.openxmlformats.org/drawingml/2006/main" w="19050">
            <a:solidFill>
              <a:srgbClr val="B84F45"/>
            </a:solidFill>
          </a:ln>
        </p:spPr>
        <p:txBody>
          <a:bodyPr xmlns:a="http://schemas.openxmlformats.org/drawingml/2006/main" wrap="square" lIns="76200" tIns="76200" rIns="762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80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rPr>
              <a:t>직접 할 일  움직임 대안 확인</a:t>
            </a:r>
          </a:p>
        </p:txBody>
      </p:sp>
    </p:spTree>
    <p:extLst>
      <p:ext uri="{BB962C8B-B14F-4D97-AF65-F5344CB8AC3E}">
        <p14:creationId xmlns:p14="http://schemas.microsoft.com/office/powerpoint/2010/main" val="873741117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링크와 다운로드는 하나씩 실제로 눌러 본다">
            <a:extLst xmlns:a="http://schemas.openxmlformats.org/drawingml/2006/main">
              <a:ext uri="{FF2B5EF4-FFF2-40B4-BE49-F238E27FC236}">
                <a16:creationId xmlns:a16="http://schemas.microsoft.com/office/drawing/2014/main" id="{86E4AE1E-8AA6-49BF-9A36-FA46B7E82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952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0">
                <a:solidFill>
                  <a:srgbClr val="242424"/>
                </a:solidFill>
                <a:latin typeface="KCC-Murukmuruk"/>
                <a:ea typeface="KCC-Murukmuruk"/>
                <a:cs typeface="KCC-Murukmuruk"/>
              </a:defRPr>
            </a:pPr>
            <a:r>
              <a:rPr sz="3225" b="0">
                <a:solidFill>
                  <a:srgbClr val="242424"/>
                </a:solidFill>
                <a:latin typeface="KCC-Murukmuruk"/>
                <a:ea typeface="KCC-Murukmuruk"/>
                <a:cs typeface="KCC-Murukmuruk"/>
              </a:rPr>
              <a:t>링크와 다운로드는 하나씩 실제로 눌러 본다</a:t>
            </a:r>
          </a:p>
        </p:txBody>
      </p:sp>
      <p:sp>
        <p:nvSpPr>
          <p:cNvPr id="2" name="실습">
            <a:extLst xmlns:a="http://schemas.openxmlformats.org/drawingml/2006/main">
              <a:ext uri="{FF2B5EF4-FFF2-40B4-BE49-F238E27FC236}">
                <a16:creationId xmlns:a16="http://schemas.microsoft.com/office/drawing/2014/main" id="{3020AF78-2126-4A33-BAC3-1F1EBC2A0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90525"/>
            <a:ext cx="1524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84F45"/>
            </a:solidFill>
          </a:ln>
        </p:spPr>
        <p:txBody>
          <a:bodyPr xmlns:a="http://schemas.openxmlformats.org/drawingml/2006/main" wrap="square" lIns="28575" tIns="28575" rIns="2857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650" b="0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rPr>
              <a:t>실습</a:t>
            </a:r>
          </a:p>
        </p:txBody>
      </p:sp>
      <p:sp>
        <p:nvSpPr>
          <p:cNvPr id="3" name="27">
            <a:extLst xmlns:a="http://schemas.openxmlformats.org/drawingml/2006/main">
              <a:ext uri="{FF2B5EF4-FFF2-40B4-BE49-F238E27FC236}">
                <a16:creationId xmlns:a16="http://schemas.microsoft.com/office/drawing/2014/main" id="{20C6EC64-9120-4BE0-8454-82F33F105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96050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13" b="0">
                <a:solidFill>
                  <a:srgbClr val="767676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613" b="0">
                <a:solidFill>
                  <a:srgbClr val="767676"/>
                </a:solidFill>
                <a:latin typeface="GriunXHangeul OCHUNGI.KIM"/>
                <a:ea typeface="GriunXHangeul OCHUNGI.KIM"/>
                <a:cs typeface="GriunXHangeul OCHUNGI.KIM"/>
              </a:rPr>
              <a:t>27</a:t>
            </a:r>
          </a:p>
        </p:txBody>
      </p:sp>
      <p:sp>
        <p:nvSpPr>
          <p:cNvPr id="4" name="핵심">
            <a:extLst xmlns:a="http://schemas.openxmlformats.org/drawingml/2006/main">
              <a:ext uri="{FF2B5EF4-FFF2-40B4-BE49-F238E27FC236}">
                <a16:creationId xmlns:a16="http://schemas.microsoft.com/office/drawing/2014/main" id="{EB65D669-FAEA-4743-902E-B0805EA7A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38250"/>
            <a:ext cx="10001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DEDB"/>
          </a:solidFill>
          <a:ln xmlns:a="http://schemas.openxmlformats.org/drawingml/2006/main" w="19050">
            <a:solidFill>
              <a:srgbClr val="B84F45"/>
            </a:solidFill>
          </a:ln>
        </p:spPr>
        <p:txBody>
          <a:bodyPr xmlns:a="http://schemas.openxmlformats.org/drawingml/2006/main" wrap="square" lIns="28575" tIns="28575" rIns="2857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65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rPr>
              <a:t>핵심</a:t>
            </a:r>
          </a:p>
        </p:txBody>
      </p:sp>
      <p:sp>
        <p:nvSpPr>
          <p:cNvPr id="5" name="교안·PDF·PPTX·활동지·영상·외부 자료가 기대한 방식으로 열리는지 확인">
            <a:extLst xmlns:a="http://schemas.openxmlformats.org/drawingml/2006/main">
              <a:ext uri="{FF2B5EF4-FFF2-40B4-BE49-F238E27FC236}">
                <a16:creationId xmlns:a16="http://schemas.microsoft.com/office/drawing/2014/main" id="{647EED9F-84AB-4C2E-B3C0-E06727661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1190625"/>
            <a:ext cx="933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2025" b="1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교안·PDF·PPTX·활동지·영상·외부 자료가 기대한 방식으로 열리는지 확인</a:t>
            </a:r>
          </a:p>
        </p:txBody>
      </p:sp>
      <p:sp>
        <p:nvSpPr>
          <p:cNvPr id="6" name="1">
            <a:extLst xmlns:a="http://schemas.openxmlformats.org/drawingml/2006/main">
              <a:ext uri="{FF2B5EF4-FFF2-40B4-BE49-F238E27FC236}">
                <a16:creationId xmlns:a16="http://schemas.microsoft.com/office/drawing/2014/main" id="{0AAEC7DB-F96F-4E0F-ABAB-5A263F772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19325"/>
            <a:ext cx="495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EC"/>
          </a:solidFill>
          <a:ln xmlns:a="http://schemas.openxmlformats.org/drawingml/2006/main" w="19050">
            <a:solidFill>
              <a:srgbClr val="516E83"/>
            </a:solidFill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2550" b="1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rPr>
              <a:t>1</a:t>
            </a:r>
          </a:p>
        </p:txBody>
      </p:sp>
      <p:sp>
        <p:nvSpPr>
          <p:cNvPr id="7" name="교안">
            <a:extLst xmlns:a="http://schemas.openxmlformats.org/drawingml/2006/main">
              <a:ext uri="{FF2B5EF4-FFF2-40B4-BE49-F238E27FC236}">
                <a16:creationId xmlns:a16="http://schemas.microsoft.com/office/drawing/2014/main" id="{2A03C060-D8ED-4886-BF67-00AD74BCD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05125"/>
            <a:ext cx="2381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516E83"/>
            </a:solidFill>
          </a:ln>
        </p:spPr>
        <p:txBody>
          <a:bodyPr xmlns:a="http://schemas.openxmlformats.org/drawingml/2006/main" wrap="square" lIns="133350" tIns="133350" rIns="133350" bIns="1333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875" b="1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교안</a:t>
            </a:r>
          </a:p>
        </p:txBody>
      </p:sp>
      <p:sp>
        <p:nvSpPr>
          <p:cNvPr id="8" name="→">
            <a:extLst xmlns:a="http://schemas.openxmlformats.org/drawingml/2006/main">
              <a:ext uri="{FF2B5EF4-FFF2-40B4-BE49-F238E27FC236}">
                <a16:creationId xmlns:a16="http://schemas.microsoft.com/office/drawing/2014/main" id="{BFB00E73-6839-4FAA-BB2C-39973305A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238500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255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rPr>
              <a:t>→</a:t>
            </a:r>
          </a:p>
        </p:txBody>
      </p:sp>
      <p:sp>
        <p:nvSpPr>
          <p:cNvPr id="9" name="2">
            <a:extLst xmlns:a="http://schemas.openxmlformats.org/drawingml/2006/main">
              <a:ext uri="{FF2B5EF4-FFF2-40B4-BE49-F238E27FC236}">
                <a16:creationId xmlns:a16="http://schemas.microsoft.com/office/drawing/2014/main" id="{17B5340B-1913-401E-A41C-4CBAF1CAA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219325"/>
            <a:ext cx="495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EC"/>
          </a:solidFill>
          <a:ln xmlns:a="http://schemas.openxmlformats.org/drawingml/2006/main" w="19050">
            <a:solidFill>
              <a:srgbClr val="516E83"/>
            </a:solidFill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2550" b="1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rPr>
              <a:t>2</a:t>
            </a:r>
          </a:p>
        </p:txBody>
      </p:sp>
      <p:sp>
        <p:nvSpPr>
          <p:cNvPr id="10" name="PDF">
            <a:extLst xmlns:a="http://schemas.openxmlformats.org/drawingml/2006/main">
              <a:ext uri="{FF2B5EF4-FFF2-40B4-BE49-F238E27FC236}">
                <a16:creationId xmlns:a16="http://schemas.microsoft.com/office/drawing/2014/main" id="{67335B1D-F7DC-4AEB-A10D-08D1B3810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905125"/>
            <a:ext cx="2381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516E83"/>
            </a:solidFill>
          </a:ln>
        </p:spPr>
        <p:txBody>
          <a:bodyPr xmlns:a="http://schemas.openxmlformats.org/drawingml/2006/main" wrap="square" lIns="133350" tIns="133350" rIns="133350" bIns="1333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875" b="1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PDF</a:t>
            </a:r>
          </a:p>
        </p:txBody>
      </p:sp>
      <p:sp>
        <p:nvSpPr>
          <p:cNvPr id="11" name="→">
            <a:extLst xmlns:a="http://schemas.openxmlformats.org/drawingml/2006/main">
              <a:ext uri="{FF2B5EF4-FFF2-40B4-BE49-F238E27FC236}">
                <a16:creationId xmlns:a16="http://schemas.microsoft.com/office/drawing/2014/main" id="{68074D76-0C11-48AB-B654-5CA9DF3AA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238500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255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rPr>
              <a:t>→</a:t>
            </a:r>
          </a:p>
        </p:txBody>
      </p:sp>
      <p:sp>
        <p:nvSpPr>
          <p:cNvPr id="12" name="3">
            <a:extLst xmlns:a="http://schemas.openxmlformats.org/drawingml/2006/main">
              <a:ext uri="{FF2B5EF4-FFF2-40B4-BE49-F238E27FC236}">
                <a16:creationId xmlns:a16="http://schemas.microsoft.com/office/drawing/2014/main" id="{7F77D09D-411E-4F85-BEA1-63D8AC615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219325"/>
            <a:ext cx="495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EC"/>
          </a:solidFill>
          <a:ln xmlns:a="http://schemas.openxmlformats.org/drawingml/2006/main" w="19050">
            <a:solidFill>
              <a:srgbClr val="516E83"/>
            </a:solidFill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2550" b="1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rPr>
              <a:t>3</a:t>
            </a:r>
          </a:p>
        </p:txBody>
      </p:sp>
      <p:sp>
        <p:nvSpPr>
          <p:cNvPr id="13" name="PPTX">
            <a:extLst xmlns:a="http://schemas.openxmlformats.org/drawingml/2006/main">
              <a:ext uri="{FF2B5EF4-FFF2-40B4-BE49-F238E27FC236}">
                <a16:creationId xmlns:a16="http://schemas.microsoft.com/office/drawing/2014/main" id="{780F19C1-EE6F-4467-BD58-7493164A9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905125"/>
            <a:ext cx="2381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516E83"/>
            </a:solidFill>
          </a:ln>
        </p:spPr>
        <p:txBody>
          <a:bodyPr xmlns:a="http://schemas.openxmlformats.org/drawingml/2006/main" wrap="square" lIns="133350" tIns="133350" rIns="133350" bIns="1333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875" b="1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PPTX</a:t>
            </a:r>
          </a:p>
        </p:txBody>
      </p:sp>
      <p:sp>
        <p:nvSpPr>
          <p:cNvPr id="14" name="→">
            <a:extLst xmlns:a="http://schemas.openxmlformats.org/drawingml/2006/main">
              <a:ext uri="{FF2B5EF4-FFF2-40B4-BE49-F238E27FC236}">
                <a16:creationId xmlns:a16="http://schemas.microsoft.com/office/drawing/2014/main" id="{EA04380E-9DC3-4A8E-B189-6C3A2F9A4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238500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255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rPr>
              <a:t>→</a:t>
            </a:r>
          </a:p>
        </p:txBody>
      </p:sp>
      <p:sp>
        <p:nvSpPr>
          <p:cNvPr id="15" name="4">
            <a:extLst xmlns:a="http://schemas.openxmlformats.org/drawingml/2006/main">
              <a:ext uri="{FF2B5EF4-FFF2-40B4-BE49-F238E27FC236}">
                <a16:creationId xmlns:a16="http://schemas.microsoft.com/office/drawing/2014/main" id="{09C49116-DE90-4188-867F-72AC41FC8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219325"/>
            <a:ext cx="495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DEDB"/>
          </a:solidFill>
          <a:ln xmlns:a="http://schemas.openxmlformats.org/drawingml/2006/main" w="19050">
            <a:solidFill>
              <a:srgbClr val="B84F45"/>
            </a:solidFill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255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rPr>
              <a:t>4</a:t>
            </a:r>
          </a:p>
        </p:txBody>
      </p:sp>
      <p:sp>
        <p:nvSpPr>
          <p:cNvPr id="16" name="활동지">
            <a:extLst xmlns:a="http://schemas.openxmlformats.org/drawingml/2006/main">
              <a:ext uri="{FF2B5EF4-FFF2-40B4-BE49-F238E27FC236}">
                <a16:creationId xmlns:a16="http://schemas.microsoft.com/office/drawing/2014/main" id="{36FC0564-580D-4BF1-8B86-0947A12FA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905125"/>
            <a:ext cx="2381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84F45"/>
            </a:solidFill>
          </a:ln>
        </p:spPr>
        <p:txBody>
          <a:bodyPr xmlns:a="http://schemas.openxmlformats.org/drawingml/2006/main" wrap="square" lIns="133350" tIns="133350" rIns="133350" bIns="1333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875" b="1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활동지</a:t>
            </a:r>
          </a:p>
        </p:txBody>
      </p:sp>
      <p:sp>
        <p:nvSpPr>
          <p:cNvPr id="17" name="직접 할 일  오류 링크 기록">
            <a:extLst xmlns:a="http://schemas.openxmlformats.org/drawingml/2006/main">
              <a:ext uri="{FF2B5EF4-FFF2-40B4-BE49-F238E27FC236}">
                <a16:creationId xmlns:a16="http://schemas.microsoft.com/office/drawing/2014/main" id="{A1E206CF-290C-47E7-83B1-2369733D0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667375"/>
            <a:ext cx="9334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EF"/>
          </a:solidFill>
          <a:ln xmlns:a="http://schemas.openxmlformats.org/drawingml/2006/main" w="19050">
            <a:solidFill>
              <a:srgbClr val="B84F45"/>
            </a:solidFill>
          </a:ln>
        </p:spPr>
        <p:txBody>
          <a:bodyPr xmlns:a="http://schemas.openxmlformats.org/drawingml/2006/main" wrap="square" lIns="76200" tIns="76200" rIns="762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80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rPr>
              <a:t>직접 할 일  오류 링크 기록</a:t>
            </a:r>
          </a:p>
        </p:txBody>
      </p:sp>
    </p:spTree>
    <p:extLst>
      <p:ext uri="{BB962C8B-B14F-4D97-AF65-F5344CB8AC3E}">
        <p14:creationId xmlns:p14="http://schemas.microsoft.com/office/powerpoint/2010/main" val="1935594648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세 번째 요청: 문제가 있는 부분만 고치고 다시 확인하기">
            <a:extLst xmlns:a="http://schemas.openxmlformats.org/drawingml/2006/main">
              <a:ext uri="{FF2B5EF4-FFF2-40B4-BE49-F238E27FC236}">
                <a16:creationId xmlns:a16="http://schemas.microsoft.com/office/drawing/2014/main" id="{91E76AA5-F950-4EF8-93E9-413B83539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952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242424"/>
                </a:solidFill>
                <a:latin typeface="KCC-Murukmuruk"/>
                <a:ea typeface="KCC-Murukmuruk"/>
                <a:cs typeface="KCC-Murukmuruk"/>
              </a:defRPr>
            </a:pPr>
            <a:r>
              <a:rPr sz="2850" b="0">
                <a:solidFill>
                  <a:srgbClr val="242424"/>
                </a:solidFill>
                <a:latin typeface="KCC-Murukmuruk"/>
                <a:ea typeface="KCC-Murukmuruk"/>
                <a:cs typeface="KCC-Murukmuruk"/>
              </a:rPr>
              <a:t>세 번째 요청: 문제가 있는 부분만 고치고 다시 확인하기</a:t>
            </a:r>
          </a:p>
        </p:txBody>
      </p:sp>
      <p:sp>
        <p:nvSpPr>
          <p:cNvPr id="2" name="실습">
            <a:extLst xmlns:a="http://schemas.openxmlformats.org/drawingml/2006/main">
              <a:ext uri="{FF2B5EF4-FFF2-40B4-BE49-F238E27FC236}">
                <a16:creationId xmlns:a16="http://schemas.microsoft.com/office/drawing/2014/main" id="{6423A379-54F6-4CAD-9565-87FAEA3D9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90525"/>
            <a:ext cx="1524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84F45"/>
            </a:solidFill>
          </a:ln>
        </p:spPr>
        <p:txBody>
          <a:bodyPr xmlns:a="http://schemas.openxmlformats.org/drawingml/2006/main" wrap="square" lIns="28575" tIns="28575" rIns="2857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650" b="0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rPr>
              <a:t>실습</a:t>
            </a:r>
          </a:p>
        </p:txBody>
      </p:sp>
      <p:sp>
        <p:nvSpPr>
          <p:cNvPr id="3" name="28">
            <a:extLst xmlns:a="http://schemas.openxmlformats.org/drawingml/2006/main">
              <a:ext uri="{FF2B5EF4-FFF2-40B4-BE49-F238E27FC236}">
                <a16:creationId xmlns:a16="http://schemas.microsoft.com/office/drawing/2014/main" id="{58819AF8-48A9-4D5A-935E-70E5FC2A6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96050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13" b="0">
                <a:solidFill>
                  <a:srgbClr val="767676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613" b="0">
                <a:solidFill>
                  <a:srgbClr val="767676"/>
                </a:solidFill>
                <a:latin typeface="GriunXHangeul OCHUNGI.KIM"/>
                <a:ea typeface="GriunXHangeul OCHUNGI.KIM"/>
                <a:cs typeface="GriunXHangeul OCHUNGI.KIM"/>
              </a:rPr>
              <a:t>28</a:t>
            </a:r>
          </a:p>
        </p:txBody>
      </p:sp>
      <p:sp>
        <p:nvSpPr>
          <p:cNvPr id="4" name="핵심">
            <a:extLst xmlns:a="http://schemas.openxmlformats.org/drawingml/2006/main">
              <a:ext uri="{FF2B5EF4-FFF2-40B4-BE49-F238E27FC236}">
                <a16:creationId xmlns:a16="http://schemas.microsoft.com/office/drawing/2014/main" id="{27D37D8D-62C6-4D00-8F0B-C986386BC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38250"/>
            <a:ext cx="10001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DEDB"/>
          </a:solidFill>
          <a:ln xmlns:a="http://schemas.openxmlformats.org/drawingml/2006/main" w="19050">
            <a:solidFill>
              <a:srgbClr val="B84F45"/>
            </a:solidFill>
          </a:ln>
        </p:spPr>
        <p:txBody>
          <a:bodyPr xmlns:a="http://schemas.openxmlformats.org/drawingml/2006/main" wrap="square" lIns="28575" tIns="28575" rIns="2857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65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rPr>
              <a:t>핵심</a:t>
            </a:r>
          </a:p>
        </p:txBody>
      </p:sp>
      <p:sp>
        <p:nvSpPr>
          <p:cNvPr id="5" name="전체 재제작 대신 문제 구간·버튼·링크만 수정하고 같은 환경에서 재검사">
            <a:extLst xmlns:a="http://schemas.openxmlformats.org/drawingml/2006/main">
              <a:ext uri="{FF2B5EF4-FFF2-40B4-BE49-F238E27FC236}">
                <a16:creationId xmlns:a16="http://schemas.microsoft.com/office/drawing/2014/main" id="{9EDF6D32-9BD6-489D-8E3D-9902502AF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1190625"/>
            <a:ext cx="933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2025" b="1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전체 재제작 대신 문제 구간·버튼·링크만 수정하고 같은 환경에서 재검사</a:t>
            </a:r>
          </a:p>
        </p:txBody>
      </p:sp>
      <p:sp>
        <p:nvSpPr>
          <p:cNvPr id="6" name="목적">
            <a:extLst xmlns:a="http://schemas.openxmlformats.org/drawingml/2006/main">
              <a:ext uri="{FF2B5EF4-FFF2-40B4-BE49-F238E27FC236}">
                <a16:creationId xmlns:a16="http://schemas.microsoft.com/office/drawing/2014/main" id="{366C2EDC-BB2E-437B-91D6-1C073A57F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1143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EC"/>
          </a:solidFill>
          <a:ln xmlns:a="http://schemas.openxmlformats.org/drawingml/2006/main" w="19050">
            <a:solidFill>
              <a:srgbClr val="516E83"/>
            </a:solidFill>
          </a:ln>
        </p:spPr>
        <p:txBody>
          <a:bodyPr xmlns:a="http://schemas.openxmlformats.org/drawingml/2006/main" wrap="square" lIns="28575" tIns="28575" rIns="2857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650" b="1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rPr>
              <a:t>목적</a:t>
            </a:r>
          </a:p>
        </p:txBody>
      </p:sp>
      <p:sp>
        <p:nvSpPr>
          <p:cNvPr id="7" name="무엇을 만들고 확인할지">
            <a:extLst xmlns:a="http://schemas.openxmlformats.org/drawingml/2006/main">
              <a:ext uri="{FF2B5EF4-FFF2-40B4-BE49-F238E27FC236}">
                <a16:creationId xmlns:a16="http://schemas.microsoft.com/office/drawing/2014/main" id="{D0BA0A6D-02E0-408E-8AB0-41859D405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52700"/>
            <a:ext cx="3238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516E83"/>
            </a:solidFill>
          </a:ln>
        </p:spPr>
        <p:txBody>
          <a:bodyPr xmlns:a="http://schemas.openxmlformats.org/drawingml/2006/main" wrap="square" lIns="76200" tIns="76200" rIns="762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65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무엇을 만들고 확인할지</a:t>
            </a:r>
          </a:p>
        </p:txBody>
      </p:sp>
      <p:sp>
        <p:nvSpPr>
          <p:cNvPr id="8" name="입력">
            <a:extLst xmlns:a="http://schemas.openxmlformats.org/drawingml/2006/main">
              <a:ext uri="{FF2B5EF4-FFF2-40B4-BE49-F238E27FC236}">
                <a16:creationId xmlns:a16="http://schemas.microsoft.com/office/drawing/2014/main" id="{C8AB3AE4-0570-44B4-B4EE-8B9415671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95500"/>
            <a:ext cx="1143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EC"/>
          </a:solidFill>
          <a:ln xmlns:a="http://schemas.openxmlformats.org/drawingml/2006/main" w="19050">
            <a:solidFill>
              <a:srgbClr val="516E83"/>
            </a:solidFill>
          </a:ln>
        </p:spPr>
        <p:txBody>
          <a:bodyPr xmlns:a="http://schemas.openxmlformats.org/drawingml/2006/main" wrap="square" lIns="28575" tIns="28575" rIns="2857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650" b="1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rPr>
              <a:t>입력</a:t>
            </a:r>
          </a:p>
        </p:txBody>
      </p:sp>
      <p:sp>
        <p:nvSpPr>
          <p:cNvPr id="9" name="실제 파일과 결정 내용">
            <a:extLst xmlns:a="http://schemas.openxmlformats.org/drawingml/2006/main">
              <a:ext uri="{FF2B5EF4-FFF2-40B4-BE49-F238E27FC236}">
                <a16:creationId xmlns:a16="http://schemas.microsoft.com/office/drawing/2014/main" id="{61A53729-EBC8-4774-85BC-3458113A5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552700"/>
            <a:ext cx="3238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516E83"/>
            </a:solidFill>
          </a:ln>
        </p:spPr>
        <p:txBody>
          <a:bodyPr xmlns:a="http://schemas.openxmlformats.org/drawingml/2006/main" wrap="square" lIns="76200" tIns="76200" rIns="762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65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실제 파일과 결정 내용</a:t>
            </a:r>
          </a:p>
        </p:txBody>
      </p:sp>
      <p:sp>
        <p:nvSpPr>
          <p:cNvPr id="10" name="성공 기준">
            <a:extLst xmlns:a="http://schemas.openxmlformats.org/drawingml/2006/main">
              <a:ext uri="{FF2B5EF4-FFF2-40B4-BE49-F238E27FC236}">
                <a16:creationId xmlns:a16="http://schemas.microsoft.com/office/drawing/2014/main" id="{563F6FC4-25F5-4178-851F-66D5811F9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095500"/>
            <a:ext cx="1143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EC"/>
          </a:solidFill>
          <a:ln xmlns:a="http://schemas.openxmlformats.org/drawingml/2006/main" w="19050">
            <a:solidFill>
              <a:srgbClr val="516E83"/>
            </a:solidFill>
          </a:ln>
        </p:spPr>
        <p:txBody>
          <a:bodyPr xmlns:a="http://schemas.openxmlformats.org/drawingml/2006/main" wrap="square" lIns="28575" tIns="28575" rIns="2857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650" b="1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rPr>
              <a:t>성공 기준</a:t>
            </a:r>
          </a:p>
        </p:txBody>
      </p:sp>
      <p:sp>
        <p:nvSpPr>
          <p:cNvPr id="11" name="완료를 판단할 증거">
            <a:extLst xmlns:a="http://schemas.openxmlformats.org/drawingml/2006/main">
              <a:ext uri="{FF2B5EF4-FFF2-40B4-BE49-F238E27FC236}">
                <a16:creationId xmlns:a16="http://schemas.microsoft.com/office/drawing/2014/main" id="{781400B3-D527-49B1-A38A-0841DD292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552700"/>
            <a:ext cx="3238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516E83"/>
            </a:solidFill>
          </a:ln>
        </p:spPr>
        <p:txBody>
          <a:bodyPr xmlns:a="http://schemas.openxmlformats.org/drawingml/2006/main" wrap="square" lIns="76200" tIns="76200" rIns="762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65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완료를 판단할 증거</a:t>
            </a:r>
          </a:p>
        </p:txBody>
      </p:sp>
      <p:sp>
        <p:nvSpPr>
          <p:cNvPr id="12" name="조건">
            <a:extLst xmlns:a="http://schemas.openxmlformats.org/drawingml/2006/main">
              <a:ext uri="{FF2B5EF4-FFF2-40B4-BE49-F238E27FC236}">
                <a16:creationId xmlns:a16="http://schemas.microsoft.com/office/drawing/2014/main" id="{D6C56351-959B-412D-B823-CFB979BE4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71875"/>
            <a:ext cx="1143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EC"/>
          </a:solidFill>
          <a:ln xmlns:a="http://schemas.openxmlformats.org/drawingml/2006/main" w="19050">
            <a:solidFill>
              <a:srgbClr val="516E83"/>
            </a:solidFill>
          </a:ln>
        </p:spPr>
        <p:txBody>
          <a:bodyPr xmlns:a="http://schemas.openxmlformats.org/drawingml/2006/main" wrap="square" lIns="28575" tIns="28575" rIns="2857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650" b="1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rPr>
              <a:t>조건</a:t>
            </a:r>
          </a:p>
        </p:txBody>
      </p:sp>
      <p:sp>
        <p:nvSpPr>
          <p:cNvPr id="13" name="임의 변경과 추측 금지">
            <a:extLst xmlns:a="http://schemas.openxmlformats.org/drawingml/2006/main">
              <a:ext uri="{FF2B5EF4-FFF2-40B4-BE49-F238E27FC236}">
                <a16:creationId xmlns:a16="http://schemas.microsoft.com/office/drawing/2014/main" id="{96085C73-3734-47E7-8E8F-DD2C89CBA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29075"/>
            <a:ext cx="3238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516E83"/>
            </a:solidFill>
          </a:ln>
        </p:spPr>
        <p:txBody>
          <a:bodyPr xmlns:a="http://schemas.openxmlformats.org/drawingml/2006/main" wrap="square" lIns="76200" tIns="76200" rIns="762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65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임의 변경과 추측 금지</a:t>
            </a:r>
          </a:p>
        </p:txBody>
      </p:sp>
      <p:sp>
        <p:nvSpPr>
          <p:cNvPr id="14" name="출력">
            <a:extLst xmlns:a="http://schemas.openxmlformats.org/drawingml/2006/main">
              <a:ext uri="{FF2B5EF4-FFF2-40B4-BE49-F238E27FC236}">
                <a16:creationId xmlns:a16="http://schemas.microsoft.com/office/drawing/2014/main" id="{04447207-17E3-4126-8014-3CCA459E9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571875"/>
            <a:ext cx="1143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EC"/>
          </a:solidFill>
          <a:ln xmlns:a="http://schemas.openxmlformats.org/drawingml/2006/main" w="19050">
            <a:solidFill>
              <a:srgbClr val="516E83"/>
            </a:solidFill>
          </a:ln>
        </p:spPr>
        <p:txBody>
          <a:bodyPr xmlns:a="http://schemas.openxmlformats.org/drawingml/2006/main" wrap="square" lIns="28575" tIns="28575" rIns="2857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650" b="1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rPr>
              <a:t>출력</a:t>
            </a:r>
          </a:p>
        </p:txBody>
      </p:sp>
      <p:sp>
        <p:nvSpPr>
          <p:cNvPr id="15" name="파일·미리보기·문제 기록">
            <a:extLst xmlns:a="http://schemas.openxmlformats.org/drawingml/2006/main">
              <a:ext uri="{FF2B5EF4-FFF2-40B4-BE49-F238E27FC236}">
                <a16:creationId xmlns:a16="http://schemas.microsoft.com/office/drawing/2014/main" id="{FE2996BD-F7DD-44F9-BF03-9838FDC06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029075"/>
            <a:ext cx="3238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516E83"/>
            </a:solidFill>
          </a:ln>
        </p:spPr>
        <p:txBody>
          <a:bodyPr xmlns:a="http://schemas.openxmlformats.org/drawingml/2006/main" wrap="square" lIns="76200" tIns="76200" rIns="762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65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파일·미리보기·문제 기록</a:t>
            </a:r>
          </a:p>
        </p:txBody>
      </p:sp>
      <p:sp>
        <p:nvSpPr>
          <p:cNvPr id="16" name="확인">
            <a:extLst xmlns:a="http://schemas.openxmlformats.org/drawingml/2006/main">
              <a:ext uri="{FF2B5EF4-FFF2-40B4-BE49-F238E27FC236}">
                <a16:creationId xmlns:a16="http://schemas.microsoft.com/office/drawing/2014/main" id="{22A06506-D23C-4423-8E80-6CB313A67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571875"/>
            <a:ext cx="1143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DEDB"/>
          </a:solidFill>
          <a:ln xmlns:a="http://schemas.openxmlformats.org/drawingml/2006/main" w="19050">
            <a:solidFill>
              <a:srgbClr val="B84F45"/>
            </a:solidFill>
          </a:ln>
        </p:spPr>
        <p:txBody>
          <a:bodyPr xmlns:a="http://schemas.openxmlformats.org/drawingml/2006/main" wrap="square" lIns="28575" tIns="28575" rIns="2857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65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rPr>
              <a:t>확인</a:t>
            </a:r>
          </a:p>
        </p:txBody>
      </p:sp>
      <p:sp>
        <p:nvSpPr>
          <p:cNvPr id="17" name="사용자가 보고 채택">
            <a:extLst xmlns:a="http://schemas.openxmlformats.org/drawingml/2006/main">
              <a:ext uri="{FF2B5EF4-FFF2-40B4-BE49-F238E27FC236}">
                <a16:creationId xmlns:a16="http://schemas.microsoft.com/office/drawing/2014/main" id="{EEDE7662-3DF1-41C8-AEDE-732B6E662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029075"/>
            <a:ext cx="3238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84F45"/>
            </a:solidFill>
          </a:ln>
        </p:spPr>
        <p:txBody>
          <a:bodyPr xmlns:a="http://schemas.openxmlformats.org/drawingml/2006/main" wrap="square" lIns="76200" tIns="76200" rIns="762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65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사용자가 보고 채택</a:t>
            </a:r>
          </a:p>
        </p:txBody>
      </p:sp>
      <p:sp>
        <p:nvSpPr>
          <p:cNvPr id="18" name="직접 할 일  부분 수정·재확인">
            <a:extLst xmlns:a="http://schemas.openxmlformats.org/drawingml/2006/main">
              <a:ext uri="{FF2B5EF4-FFF2-40B4-BE49-F238E27FC236}">
                <a16:creationId xmlns:a16="http://schemas.microsoft.com/office/drawing/2014/main" id="{7D8D332F-77E8-4F8C-8BBF-2559A50F4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667375"/>
            <a:ext cx="9334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EF"/>
          </a:solidFill>
          <a:ln xmlns:a="http://schemas.openxmlformats.org/drawingml/2006/main" w="19050">
            <a:solidFill>
              <a:srgbClr val="B84F45"/>
            </a:solidFill>
          </a:ln>
        </p:spPr>
        <p:txBody>
          <a:bodyPr xmlns:a="http://schemas.openxmlformats.org/drawingml/2006/main" wrap="square" lIns="76200" tIns="76200" rIns="762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80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rPr>
              <a:t>직접 할 일  부분 수정·재확인</a:t>
            </a:r>
          </a:p>
        </p:txBody>
      </p:sp>
    </p:spTree>
    <p:extLst>
      <p:ext uri="{BB962C8B-B14F-4D97-AF65-F5344CB8AC3E}">
        <p14:creationId xmlns:p14="http://schemas.microsoft.com/office/powerpoint/2010/main" val="1213801245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공개 버튼은 AI가 아니라 사람이 결정한다">
            <a:extLst xmlns:a="http://schemas.openxmlformats.org/drawingml/2006/main">
              <a:ext uri="{FF2B5EF4-FFF2-40B4-BE49-F238E27FC236}">
                <a16:creationId xmlns:a16="http://schemas.microsoft.com/office/drawing/2014/main" id="{1A947096-EADE-40F9-9F9F-5CFC229C5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952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0">
                <a:solidFill>
                  <a:srgbClr val="242424"/>
                </a:solidFill>
                <a:latin typeface="KCC-Murukmuruk"/>
                <a:ea typeface="KCC-Murukmuruk"/>
                <a:cs typeface="KCC-Murukmuruk"/>
              </a:defRPr>
            </a:pPr>
            <a:r>
              <a:rPr sz="3225" b="0">
                <a:solidFill>
                  <a:srgbClr val="242424"/>
                </a:solidFill>
                <a:latin typeface="KCC-Murukmuruk"/>
                <a:ea typeface="KCC-Murukmuruk"/>
                <a:cs typeface="KCC-Murukmuruk"/>
              </a:rPr>
              <a:t>공개 버튼은 AI가 아니라 사람이 결정한다</a:t>
            </a:r>
          </a:p>
        </p:txBody>
      </p:sp>
      <p:sp>
        <p:nvSpPr>
          <p:cNvPr id="2" name="사용자 결정">
            <a:extLst xmlns:a="http://schemas.openxmlformats.org/drawingml/2006/main">
              <a:ext uri="{FF2B5EF4-FFF2-40B4-BE49-F238E27FC236}">
                <a16:creationId xmlns:a16="http://schemas.microsoft.com/office/drawing/2014/main" id="{9BAF2D72-B12D-4E9F-B98C-E5BC06652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90525"/>
            <a:ext cx="1524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84F45"/>
            </a:solidFill>
          </a:ln>
        </p:spPr>
        <p:txBody>
          <a:bodyPr xmlns:a="http://schemas.openxmlformats.org/drawingml/2006/main" wrap="square" lIns="28575" tIns="28575" rIns="2857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650" b="0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rPr>
              <a:t>사용자 결정</a:t>
            </a:r>
          </a:p>
        </p:txBody>
      </p:sp>
      <p:sp>
        <p:nvSpPr>
          <p:cNvPr id="3" name="29">
            <a:extLst xmlns:a="http://schemas.openxmlformats.org/drawingml/2006/main">
              <a:ext uri="{FF2B5EF4-FFF2-40B4-BE49-F238E27FC236}">
                <a16:creationId xmlns:a16="http://schemas.microsoft.com/office/drawing/2014/main" id="{3A9B2926-C51E-4909-8F7B-93B46E001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96050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13" b="0">
                <a:solidFill>
                  <a:srgbClr val="767676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613" b="0">
                <a:solidFill>
                  <a:srgbClr val="767676"/>
                </a:solidFill>
                <a:latin typeface="GriunXHangeul OCHUNGI.KIM"/>
                <a:ea typeface="GriunXHangeul OCHUNGI.KIM"/>
                <a:cs typeface="GriunXHangeul OCHUNGI.KIM"/>
              </a:rPr>
              <a:t>29</a:t>
            </a:r>
          </a:p>
        </p:txBody>
      </p:sp>
      <p:sp>
        <p:nvSpPr>
          <p:cNvPr id="4" name="개인정보·비밀값·내부 경로·권리 불명확 자료·연락처를 마지막으로 확인">
            <a:extLst xmlns:a="http://schemas.openxmlformats.org/drawingml/2006/main">
              <a:ext uri="{FF2B5EF4-FFF2-40B4-BE49-F238E27FC236}">
                <a16:creationId xmlns:a16="http://schemas.microsoft.com/office/drawing/2014/main" id="{9D09B0B4-A1E1-49ED-A62E-180A79D22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19200"/>
            <a:ext cx="48577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950" b="1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개인정보·비밀값·내부 경로·권리 불명확 자료·연락처를 마지막으로 확인</a:t>
            </a:r>
          </a:p>
        </p:txBody>
      </p:sp>
      <p:sp>
        <p:nvSpPr>
          <p:cNvPr id="5" name="개인정보">
            <a:extLst xmlns:a="http://schemas.openxmlformats.org/drawingml/2006/main">
              <a:ext uri="{FF2B5EF4-FFF2-40B4-BE49-F238E27FC236}">
                <a16:creationId xmlns:a16="http://schemas.microsoft.com/office/drawing/2014/main" id="{D240D41D-86BD-4D0B-BDA2-3C4BC6F94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47950"/>
            <a:ext cx="4095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516E83"/>
            </a:solidFill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725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개인정보</a:t>
            </a:r>
          </a:p>
        </p:txBody>
      </p:sp>
      <p:sp>
        <p:nvSpPr>
          <p:cNvPr id="6" name="비밀값">
            <a:extLst xmlns:a="http://schemas.openxmlformats.org/drawingml/2006/main">
              <a:ext uri="{FF2B5EF4-FFF2-40B4-BE49-F238E27FC236}">
                <a16:creationId xmlns:a16="http://schemas.microsoft.com/office/drawing/2014/main" id="{7D5328EE-C6C0-4A47-9C94-14B38765C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71850"/>
            <a:ext cx="4095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516E83"/>
            </a:solidFill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725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비밀값</a:t>
            </a:r>
          </a:p>
        </p:txBody>
      </p:sp>
      <p:sp>
        <p:nvSpPr>
          <p:cNvPr id="7" name="내부 경로">
            <a:extLst xmlns:a="http://schemas.openxmlformats.org/drawingml/2006/main">
              <a:ext uri="{FF2B5EF4-FFF2-40B4-BE49-F238E27FC236}">
                <a16:creationId xmlns:a16="http://schemas.microsoft.com/office/drawing/2014/main" id="{A1533D4D-1595-4B04-B774-6D3475749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0"/>
            <a:ext cx="4095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DEDB"/>
          </a:solidFill>
          <a:ln xmlns:a="http://schemas.openxmlformats.org/drawingml/2006/main" w="19050">
            <a:solidFill>
              <a:srgbClr val="B84F45"/>
            </a:solidFill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725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rPr>
              <a:t>내부 경로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5e938e041e4d71"/>
          <a:stretch xmlns:a="http://schemas.openxmlformats.org/drawingml/2006/main"/>
        </p:blipFill>
        <p:spPr>
          <a:xfrm xmlns:a="http://schemas.openxmlformats.org/drawingml/2006/main">
            <a:off x="4762500" y="1356287"/>
            <a:ext cx="6858000" cy="3859676"/>
          </a:xfrm>
          <a:prstGeom xmlns:a="http://schemas.openxmlformats.org/drawingml/2006/main" prst="rect">
            <a:avLst/>
          </a:prstGeom>
        </p:spPr>
      </p:pic>
      <p:sp>
        <p:nvSpPr>
          <p:cNvPr id="9" name="직접 할 일  공개 승인 또는 보류">
            <a:extLst xmlns:a="http://schemas.openxmlformats.org/drawingml/2006/main">
              <a:ext uri="{FF2B5EF4-FFF2-40B4-BE49-F238E27FC236}">
                <a16:creationId xmlns:a16="http://schemas.microsoft.com/office/drawing/2014/main" id="{36C377D6-9461-4CCA-AE35-3D1F0B92F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667375"/>
            <a:ext cx="9334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EF"/>
          </a:solidFill>
          <a:ln xmlns:a="http://schemas.openxmlformats.org/drawingml/2006/main" w="19050">
            <a:solidFill>
              <a:srgbClr val="B84F45"/>
            </a:solidFill>
          </a:ln>
        </p:spPr>
        <p:txBody>
          <a:bodyPr xmlns:a="http://schemas.openxmlformats.org/drawingml/2006/main" wrap="square" lIns="76200" tIns="76200" rIns="762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80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rPr>
              <a:t>직접 할 일  공개 승인 또는 보류</a:t>
            </a:r>
          </a:p>
        </p:txBody>
      </p:sp>
    </p:spTree>
    <p:extLst>
      <p:ext uri="{BB962C8B-B14F-4D97-AF65-F5344CB8AC3E}">
        <p14:creationId xmlns:p14="http://schemas.microsoft.com/office/powerpoint/2010/main" val="235978090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공개 주소와 인터넷 없는 복구본을 각각 확인한다">
            <a:extLst xmlns:a="http://schemas.openxmlformats.org/drawingml/2006/main">
              <a:ext uri="{FF2B5EF4-FFF2-40B4-BE49-F238E27FC236}">
                <a16:creationId xmlns:a16="http://schemas.microsoft.com/office/drawing/2014/main" id="{CCDB4E86-4297-4727-BA18-C2BBEA212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952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242424"/>
                </a:solidFill>
                <a:latin typeface="KCC-Murukmuruk"/>
                <a:ea typeface="KCC-Murukmuruk"/>
                <a:cs typeface="KCC-Murukmuruk"/>
              </a:defRPr>
            </a:pPr>
            <a:r>
              <a:rPr sz="2850" b="0">
                <a:solidFill>
                  <a:srgbClr val="242424"/>
                </a:solidFill>
                <a:latin typeface="KCC-Murukmuruk"/>
                <a:ea typeface="KCC-Murukmuruk"/>
                <a:cs typeface="KCC-Murukmuruk"/>
              </a:rPr>
              <a:t>공개 주소와 인터넷 없는 복구본을 각각 확인한다</a:t>
            </a:r>
          </a:p>
        </p:txBody>
      </p:sp>
      <p:sp>
        <p:nvSpPr>
          <p:cNvPr id="2" name="실습">
            <a:extLst xmlns:a="http://schemas.openxmlformats.org/drawingml/2006/main">
              <a:ext uri="{FF2B5EF4-FFF2-40B4-BE49-F238E27FC236}">
                <a16:creationId xmlns:a16="http://schemas.microsoft.com/office/drawing/2014/main" id="{5950D779-DE7B-450D-B700-F37020C48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90525"/>
            <a:ext cx="1524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84F45"/>
            </a:solidFill>
          </a:ln>
        </p:spPr>
        <p:txBody>
          <a:bodyPr xmlns:a="http://schemas.openxmlformats.org/drawingml/2006/main" wrap="square" lIns="28575" tIns="28575" rIns="2857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650" b="0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rPr>
              <a:t>실습</a:t>
            </a:r>
          </a:p>
        </p:txBody>
      </p:sp>
      <p:sp>
        <p:nvSpPr>
          <p:cNvPr id="3" name="30">
            <a:extLst xmlns:a="http://schemas.openxmlformats.org/drawingml/2006/main">
              <a:ext uri="{FF2B5EF4-FFF2-40B4-BE49-F238E27FC236}">
                <a16:creationId xmlns:a16="http://schemas.microsoft.com/office/drawing/2014/main" id="{57687BE5-D989-4BFB-AED8-BCA867BEE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96050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13" b="0">
                <a:solidFill>
                  <a:srgbClr val="767676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613" b="0">
                <a:solidFill>
                  <a:srgbClr val="767676"/>
                </a:solidFill>
                <a:latin typeface="GriunXHangeul OCHUNGI.KIM"/>
                <a:ea typeface="GriunXHangeul OCHUNGI.KIM"/>
                <a:cs typeface="GriunXHangeul OCHUNGI.KIM"/>
              </a:rPr>
              <a:t>30</a:t>
            </a:r>
          </a:p>
        </p:txBody>
      </p:sp>
      <p:sp>
        <p:nvSpPr>
          <p:cNvPr id="4" name="실제 주소를 새 창에서 열고, 로컬 복사본의 교안·자료도 열어 봄">
            <a:extLst xmlns:a="http://schemas.openxmlformats.org/drawingml/2006/main">
              <a:ext uri="{FF2B5EF4-FFF2-40B4-BE49-F238E27FC236}">
                <a16:creationId xmlns:a16="http://schemas.microsoft.com/office/drawing/2014/main" id="{C8869236-CD20-4FD2-98B2-DFA3A648A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19200"/>
            <a:ext cx="48577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950" b="1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실제 주소를 새 창에서 열고, 로컬 복사본의 교안·자료도 열어 봄</a:t>
            </a:r>
          </a:p>
        </p:txBody>
      </p:sp>
      <p:sp>
        <p:nvSpPr>
          <p:cNvPr id="5" name="실제 주소를 새 창에서 열고">
            <a:extLst xmlns:a="http://schemas.openxmlformats.org/drawingml/2006/main">
              <a:ext uri="{FF2B5EF4-FFF2-40B4-BE49-F238E27FC236}">
                <a16:creationId xmlns:a16="http://schemas.microsoft.com/office/drawing/2014/main" id="{A154AF94-15EF-4C51-A42C-32C0E7093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47950"/>
            <a:ext cx="4095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516E83"/>
            </a:solidFill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725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실제 주소를 새 창에서 열고</a:t>
            </a:r>
          </a:p>
        </p:txBody>
      </p:sp>
      <p:sp>
        <p:nvSpPr>
          <p:cNvPr id="6" name="로컬 복사본의 교안">
            <a:extLst xmlns:a="http://schemas.openxmlformats.org/drawingml/2006/main">
              <a:ext uri="{FF2B5EF4-FFF2-40B4-BE49-F238E27FC236}">
                <a16:creationId xmlns:a16="http://schemas.microsoft.com/office/drawing/2014/main" id="{87B10D4C-9E59-4312-A84C-E2218C7F6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71850"/>
            <a:ext cx="4095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516E83"/>
            </a:solidFill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725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로컬 복사본의 교안</a:t>
            </a:r>
          </a:p>
        </p:txBody>
      </p:sp>
      <p:sp>
        <p:nvSpPr>
          <p:cNvPr id="7" name="자료도 열어 봄">
            <a:extLst xmlns:a="http://schemas.openxmlformats.org/drawingml/2006/main">
              <a:ext uri="{FF2B5EF4-FFF2-40B4-BE49-F238E27FC236}">
                <a16:creationId xmlns:a16="http://schemas.microsoft.com/office/drawing/2014/main" id="{E9ED6879-A5A4-4B94-A753-39EB7E1FA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0"/>
            <a:ext cx="4095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DEDB"/>
          </a:solidFill>
          <a:ln xmlns:a="http://schemas.openxmlformats.org/drawingml/2006/main" w="19050">
            <a:solidFill>
              <a:srgbClr val="B84F45"/>
            </a:solidFill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725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rPr>
              <a:t>자료도 열어 봄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11b63539a941b1"/>
          <a:stretch xmlns:a="http://schemas.openxmlformats.org/drawingml/2006/main"/>
        </p:blipFill>
        <p:spPr>
          <a:xfrm xmlns:a="http://schemas.openxmlformats.org/drawingml/2006/main">
            <a:off x="4762500" y="1356287"/>
            <a:ext cx="6858000" cy="3859676"/>
          </a:xfrm>
          <a:prstGeom xmlns:a="http://schemas.openxmlformats.org/drawingml/2006/main" prst="rect">
            <a:avLst/>
          </a:prstGeom>
        </p:spPr>
      </p:pic>
      <p:sp>
        <p:nvSpPr>
          <p:cNvPr id="9" name="직접 할 일  온라인·오프라인 경로 기록">
            <a:extLst xmlns:a="http://schemas.openxmlformats.org/drawingml/2006/main">
              <a:ext uri="{FF2B5EF4-FFF2-40B4-BE49-F238E27FC236}">
                <a16:creationId xmlns:a16="http://schemas.microsoft.com/office/drawing/2014/main" id="{949B0BFA-0D37-43AA-81E3-21A69BB40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667375"/>
            <a:ext cx="9334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EF"/>
          </a:solidFill>
          <a:ln xmlns:a="http://schemas.openxmlformats.org/drawingml/2006/main" w="19050">
            <a:solidFill>
              <a:srgbClr val="B84F45"/>
            </a:solidFill>
          </a:ln>
        </p:spPr>
        <p:txBody>
          <a:bodyPr xmlns:a="http://schemas.openxmlformats.org/drawingml/2006/main" wrap="square" lIns="76200" tIns="76200" rIns="762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80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rPr>
              <a:t>직접 할 일  온라인·오프라인 경로 기록</a:t>
            </a:r>
          </a:p>
        </p:txBody>
      </p:sp>
    </p:spTree>
    <p:extLst>
      <p:ext uri="{BB962C8B-B14F-4D97-AF65-F5344CB8AC3E}">
        <p14:creationId xmlns:p14="http://schemas.microsoft.com/office/powerpoint/2010/main" val="1830389333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다음 수업에서는 내용만 바꿔 다시 쓰기">
            <a:extLst xmlns:a="http://schemas.openxmlformats.org/drawingml/2006/main">
              <a:ext uri="{FF2B5EF4-FFF2-40B4-BE49-F238E27FC236}">
                <a16:creationId xmlns:a16="http://schemas.microsoft.com/office/drawing/2014/main" id="{6A8FDC84-5CDA-4336-9EB1-129DF5B48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952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0">
                <a:solidFill>
                  <a:srgbClr val="242424"/>
                </a:solidFill>
                <a:latin typeface="KCC-Murukmuruk"/>
                <a:ea typeface="KCC-Murukmuruk"/>
                <a:cs typeface="KCC-Murukmuruk"/>
              </a:defRPr>
            </a:pPr>
            <a:r>
              <a:rPr sz="3225" b="0">
                <a:solidFill>
                  <a:srgbClr val="242424"/>
                </a:solidFill>
                <a:latin typeface="KCC-Murukmuruk"/>
                <a:ea typeface="KCC-Murukmuruk"/>
                <a:cs typeface="KCC-Murukmuruk"/>
              </a:rPr>
              <a:t>다음 수업에서는 내용만 바꿔 다시 쓰기</a:t>
            </a:r>
          </a:p>
        </p:txBody>
      </p:sp>
      <p:sp>
        <p:nvSpPr>
          <p:cNvPr id="2" name="정리">
            <a:extLst xmlns:a="http://schemas.openxmlformats.org/drawingml/2006/main">
              <a:ext uri="{FF2B5EF4-FFF2-40B4-BE49-F238E27FC236}">
                <a16:creationId xmlns:a16="http://schemas.microsoft.com/office/drawing/2014/main" id="{4EB7C285-E11A-417C-AC98-E3BC41C58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90525"/>
            <a:ext cx="1524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516E83"/>
            </a:solidFill>
          </a:ln>
        </p:spPr>
        <p:txBody>
          <a:bodyPr xmlns:a="http://schemas.openxmlformats.org/drawingml/2006/main" wrap="square" lIns="28575" tIns="28575" rIns="2857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650" b="0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rPr>
              <a:t>정리</a:t>
            </a:r>
          </a:p>
        </p:txBody>
      </p:sp>
      <p:sp>
        <p:nvSpPr>
          <p:cNvPr id="3" name="31">
            <a:extLst xmlns:a="http://schemas.openxmlformats.org/drawingml/2006/main">
              <a:ext uri="{FF2B5EF4-FFF2-40B4-BE49-F238E27FC236}">
                <a16:creationId xmlns:a16="http://schemas.microsoft.com/office/drawing/2014/main" id="{C8A03786-A1DD-4C95-B272-E8C6E8203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96050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13" b="0">
                <a:solidFill>
                  <a:srgbClr val="767676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613" b="0">
                <a:solidFill>
                  <a:srgbClr val="767676"/>
                </a:solidFill>
                <a:latin typeface="GriunXHangeul OCHUNGI.KIM"/>
                <a:ea typeface="GriunXHangeul OCHUNGI.KIM"/>
                <a:cs typeface="GriunXHangeul OCHUNGI.KIM"/>
              </a:rPr>
              <a:t>31</a:t>
            </a:r>
          </a:p>
        </p:txBody>
      </p:sp>
      <p:sp>
        <p:nvSpPr>
          <p:cNvPr id="4" name="홈페이지 구조, 디자인 결정, 파일 위치, 수정 방법, 남은 문제를 쉬운 말로 기록">
            <a:extLst xmlns:a="http://schemas.openxmlformats.org/drawingml/2006/main">
              <a:ext uri="{FF2B5EF4-FFF2-40B4-BE49-F238E27FC236}">
                <a16:creationId xmlns:a16="http://schemas.microsoft.com/office/drawing/2014/main" id="{9D8A9732-05D5-460F-9E4F-D0082AB25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19200"/>
            <a:ext cx="48577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950" b="1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홈페이지 구조, 디자인 결정, 파일 위치, 수정 방법, 남은 문제를 쉬운 말로 기록</a:t>
            </a:r>
          </a:p>
        </p:txBody>
      </p:sp>
      <p:sp>
        <p:nvSpPr>
          <p:cNvPr id="5" name="홈페이지 구조">
            <a:extLst xmlns:a="http://schemas.openxmlformats.org/drawingml/2006/main">
              <a:ext uri="{FF2B5EF4-FFF2-40B4-BE49-F238E27FC236}">
                <a16:creationId xmlns:a16="http://schemas.microsoft.com/office/drawing/2014/main" id="{EF5A551A-2373-4E59-832E-A5423ABE4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47950"/>
            <a:ext cx="4095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516E83"/>
            </a:solidFill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725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홈페이지 구조</a:t>
            </a:r>
          </a:p>
        </p:txBody>
      </p:sp>
      <p:sp>
        <p:nvSpPr>
          <p:cNvPr id="6" name="디자인 결정">
            <a:extLst xmlns:a="http://schemas.openxmlformats.org/drawingml/2006/main">
              <a:ext uri="{FF2B5EF4-FFF2-40B4-BE49-F238E27FC236}">
                <a16:creationId xmlns:a16="http://schemas.microsoft.com/office/drawing/2014/main" id="{0250C114-1C4F-4931-AACA-2E9594E12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71850"/>
            <a:ext cx="4095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516E83"/>
            </a:solidFill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725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디자인 결정</a:t>
            </a:r>
          </a:p>
        </p:txBody>
      </p:sp>
      <p:sp>
        <p:nvSpPr>
          <p:cNvPr id="7" name="파일 위치">
            <a:extLst xmlns:a="http://schemas.openxmlformats.org/drawingml/2006/main">
              <a:ext uri="{FF2B5EF4-FFF2-40B4-BE49-F238E27FC236}">
                <a16:creationId xmlns:a16="http://schemas.microsoft.com/office/drawing/2014/main" id="{56F1F2D6-6E5C-4782-94C8-AA435B537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0"/>
            <a:ext cx="4095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DEDB"/>
          </a:solidFill>
          <a:ln xmlns:a="http://schemas.openxmlformats.org/drawingml/2006/main" w="19050">
            <a:solidFill>
              <a:srgbClr val="B84F45"/>
            </a:solidFill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725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rPr>
              <a:t>파일 위치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eaeb207e6e4d7a"/>
          <a:stretch xmlns:a="http://schemas.openxmlformats.org/drawingml/2006/main"/>
        </p:blipFill>
        <p:spPr>
          <a:xfrm xmlns:a="http://schemas.openxmlformats.org/drawingml/2006/main">
            <a:off x="4762500" y="1356287"/>
            <a:ext cx="6858000" cy="3859676"/>
          </a:xfrm>
          <a:prstGeom xmlns:a="http://schemas.openxmlformats.org/drawingml/2006/main" prst="rect">
            <a:avLst/>
          </a:prstGeom>
        </p:spPr>
      </p:pic>
      <p:sp>
        <p:nvSpPr>
          <p:cNvPr id="9" name="직접 할 일  출강용 패키지 최종 점검">
            <a:extLst xmlns:a="http://schemas.openxmlformats.org/drawingml/2006/main">
              <a:ext uri="{FF2B5EF4-FFF2-40B4-BE49-F238E27FC236}">
                <a16:creationId xmlns:a16="http://schemas.microsoft.com/office/drawing/2014/main" id="{6CA1EA04-F83C-4D33-A5E2-D5801A935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667375"/>
            <a:ext cx="9334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EF"/>
          </a:solidFill>
          <a:ln xmlns:a="http://schemas.openxmlformats.org/drawingml/2006/main" w="19050">
            <a:solidFill>
              <a:srgbClr val="B84F45"/>
            </a:solidFill>
          </a:ln>
        </p:spPr>
        <p:txBody>
          <a:bodyPr xmlns:a="http://schemas.openxmlformats.org/drawingml/2006/main" wrap="square" lIns="76200" tIns="76200" rIns="762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80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rPr>
              <a:t>직접 할 일  출강용 패키지 최종 점검</a:t>
            </a:r>
          </a:p>
        </p:txBody>
      </p:sp>
    </p:spTree>
    <p:extLst>
      <p:ext uri="{BB962C8B-B14F-4D97-AF65-F5344CB8AC3E}">
        <p14:creationId xmlns:p14="http://schemas.microsoft.com/office/powerpoint/2010/main" val="4766893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2026-09-17T00:27:44.4380000Z</dcterms:created>
  <dcterms:modified xsi:type="dcterms:W3CDTF">2026-09-17T00:27:44.4380000Z</dcterms:modified>
</coreProperties>
</file>