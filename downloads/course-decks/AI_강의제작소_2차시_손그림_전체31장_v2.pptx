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1번 장표. 1차시의 결정이 실제 파일로 이어지는 과정 참가자가 할 일은 “자기 작업 파일 열기”이다.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2번 장표. 먼저 시험할 화면 2장, 전체 교안, 강사 설명, 활동자료, 백업본 참가자가 할 일은 “필요한 결과물 표시”이다.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3번 장표. 계획서·장표별 제작 안내표·design.md·샘플 PPT·채택 자료 중 하나가 바뀌면 결과도 달라짐 참가자가 할 일은 “최신 파일 여부 확인”이다.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4번 장표. 파일을 실제로 열고 근거와 미확정 항목을 보여 달라는 요청 참가자가 할 일은 “자기 AI에 확인 요청 입력”이다.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5번 장표. 읽은 파일, 텍스트만 읽은 파일, 열지 못한 파일을 구분하는 방법 참가자가 할 일은 “AI 응답의 근거 점검”이다.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6번 장표. 애니메이션·웹 사용·현장 편집·기관 호환성의 차이 참가자가 할 일은 “주 결과 형식과 백업 형식 선택”이다.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7번 장표. 색·폰트·레이아웃·형태·그림자·이미지·움직임을 어느 자료에서 가져올지 작성 참가자가 할 일은 “디자인 적용 문장 완성”이다.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8번 장표. 실제 글꼴 파일, 설치 여부, 사용 범위, 대체 글꼴에 따라 줄바꿈과 분위기가 바뀜 참가자가 할 일은 “제목·본문 글꼴과 대체안 결정”이다.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9번 장표. 잘못된 정보량과 디자인이 전체에 반복되는 것을 막고 수정 비용을 줄임 참가자가 할 일은 “먼저 시험할 필요 이해”이다.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10번 장표. 설명·비교 화면 1장과 활동·절차 화면 1장을 고르는 기준 참가자가 할 일은 “자기 목차에서 두 장 선택”이다.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11번 장표. 결과 형식, 두 장의 번호와 목적, 디자인 적용, 파일 생성과 화면 확인을 포함한 제작 요청 참가자가 할 일은 “제작 요청 입력”이다.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12번 장표. 같은 비교 기준, 핵심 문장, 출처와 시점을 읽기 쉽게 배치한 설명 화면 참가자가 할 일은 “정보의 우선순위 관찰”이다.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13번 장표. 준비물, 수행 순서, 기록 칸, 완료 기준이 보이는 활동 화면 참가자가 할 일은 “활동 가능 여부 관찰”이다.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14번 장표. 참가자 자료로 HTML 또는 PPTX 파일을 만드는 과정 참가자가 할 일은 “자기 파일 생성”이다.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15번 장표. 최신 저장본을 열어야 글자 잘림·폰트 대체·이미지 비율을 알 수 있음 참가자가 할 일은 “결과 파일 직접 열기”이다.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16번 장표. 목표 연결, 핵심 메시지, 사실 정확성, 학습자 행동, 앞뒤 연결, 불필요한 말 참가자가 할 일은 “내용 점검표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17번 장표. 글자 크기·대비·문장 묶임·여백·장식 비중·멀리서의 가독성 참가자가 할 일은 “화면 점검표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18번 장표. AI가 임의로 고치지 않고 문제 위치와 이유, 가능한 수정안을 보여 주게 하는 요청 참가자가 할 일은 “AI 검토 실행”이다.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19번 장표. 교육적 적합성과 현장 사용성은 강사가 최종 판단해야 함 참가자가 할 일은 “제안별 영향 확인”이다.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20번 장표. 고칠 것, 그대로 둘 것, 나중에 볼 것을 구분 참가자가 할 일은 “수정 결정표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21번 장표. 전체를 다시 만들지 않고 지정한 화면과 요소만 수정하고 같은 기준으로 재확인 참가자가 할 일은 “부분 수정 요청 입력”이다.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22번 장표. 수정본과 미리보기의 버전이 같은지, 기존 문제가 해결됐는지 확인 참가자가 할 일은 “시험 화면 2장 확정”이다.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23번 장표. 한 번에 만들면 오류 원인과 바뀐 범위를 찾기 어려움 참가자가 할 일은 “작은 작업 단위 필요 이해”이다.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24번 장표. 도입·핵심 설명·사례·활동·점검·마무리를 2~5장씩 묶는 방법 참가자가 할 일은 “자기 교안 제작 순서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25번 장표. 질문과 목표 → 개념과 사례 → 지표 카드 → 비교 활동 → 성찰과 점검 참가자가 할 일은 “자기 작업 묶음과 비교”이다.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26번 장표. 확인된 두 화면의 규칙을 재사용하되 내용에 따라 레이아웃을 바꾸는 제작 요청 참가자가 할 일은 “첫 묶음 생성·확인”이다.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27번 장표. 앞 묶음의 수정 내용을 다음 묶음에 반영하고 끝난 부분은 다시 만들지 않음 참가자가 할 일은 “전체 교안 완성”이다.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28번 장표. 화면에는 핵심, 발표 노트에는 설명·질문·예상 반응·전환 멘트 참가자가 할 일은 “발표 노트 작성”이다.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29번 장표. 설명 순서·비교·상태 변화를 돕는 움직임, 자료의 출처·사용 조건·대체 방법 참가자가 할 일은 “사용할 시각자료와 움직임 선택”이다.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30번 장표. 활동 목적·수행 순서·제출 형식·자가점검, 강사 진행 순서·정답·문제 대응 참가자가 할 일은 “필요한 자료 제작·연결”이다.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내용 근거: 사용자 제공 AI_강의제작소_2-3차시_교안_목차_v2.md와 AI_강의제작소_2-3차시_상세지도안_v1.md. 디자인 근거: 1차시 손그림 전체본, 사용자 제공 손그림 원작샘플, KCC-Murukmuruk 제목 글꼴과 GriunXHangeul OCHUNGI.KIM 본문 글꼴. 삽화는 사슴달 캐릭터 앵커를 기준으로 Codex 내장 이미지 생성으로 제작했다.</a:t>
            </a:r>
          </a:p>
          <a:p>
            <a:endParaRPr/>
          </a:p>
          <a:p>
            <a:r>
              <a:t>2차시 31번 장표. 프로젝터·노트북·키보드·링크·PDF/PPTX·인터넷 없는 백업을 실제로 확인 참가자가 할 일은 “사용할 파일과 남은 문제 기록”이다. 강사는 화면 문장을 읽는 데 그치지 말고, 실제 파일·선택 기준·완료 증거를 연결해 설명한다. AI는 분석과 선택지를 제시하며 최종 형식·수정·공개 여부는 사용자가 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확인한 계획으로 실제 교안과 수업자료 만들기">
            <a:extLst>
              <a:ext uri="{FF2B5EF4-FFF2-40B4-BE49-F238E27FC236}">
                <a16:creationId xmlns:a16="http://schemas.microsoft.com/office/drawing/2014/main" id="{8FC17D60-BB02-4461-B8CF-89D68BE0636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확인한 계획으로 실제 교안과 수업자료 만들기</a:t>
            </a:r>
          </a:p>
        </p:txBody>
      </p:sp>
      <p:sp>
        <p:nvSpPr>
          <p:cNvPr id="2" name="시작">
            <a:extLst>
              <a:ext uri="{FF2B5EF4-FFF2-40B4-BE49-F238E27FC236}">
                <a16:creationId xmlns:a16="http://schemas.microsoft.com/office/drawing/2014/main" id="{76D50857-4BD6-44F2-82D8-4EDEA5636DBC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시작</a:t>
            </a:r>
          </a:p>
        </p:txBody>
      </p:sp>
      <p:sp>
        <p:nvSpPr>
          <p:cNvPr id="3" name="01">
            <a:extLst>
              <a:ext uri="{FF2B5EF4-FFF2-40B4-BE49-F238E27FC236}">
                <a16:creationId xmlns:a16="http://schemas.microsoft.com/office/drawing/2014/main" id="{A8BF87EB-675C-4D63-AC4F-AD90B42D5CA6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01</a:t>
            </a:r>
          </a:p>
        </p:txBody>
      </p:sp>
      <p:sp>
        <p:nvSpPr>
          <p:cNvPr id="4" name="확인한 계획을 실제 파일과 수업자료로 바꾸는 시간">
            <a:extLst>
              <a:ext uri="{FF2B5EF4-FFF2-40B4-BE49-F238E27FC236}">
                <a16:creationId xmlns:a16="http://schemas.microsoft.com/office/drawing/2014/main" id="{55E7B2BB-E7D5-4478-B835-4E2BC1EA3B1D}"/>
              </a:ext>
            </a:extLst>
          </p:cNvPr>
          <p:cNvSpPr>
            <a:spLocks noGrp="1"/>
          </p:cNvSpPr>
          <p:nvPr/>
        </p:nvSpPr>
        <p:spPr>
          <a:xfrm>
            <a:off x="647700" y="1381125"/>
            <a:ext cx="4762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확인한 계획을 실제 </a:t>
            </a:r>
            <a:r>
              <a:rPr sz="2550" b="0" smtClean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파일</a:t>
            </a:r>
            <a:r>
              <a:rPr lang="ko-KR" altLang="en-US" sz="2550" b="0" smtClean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로 바</a:t>
            </a:r>
            <a:r>
              <a:rPr sz="2550" b="0" smtClean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25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수업자료로 바꾸는 시간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8B88A98-EB24-4046-A97D-B705B83A1705}"/>
              </a:ext>
            </a:extLst>
          </p:cNvPr>
          <p:cNvSpPr>
            <a:spLocks noGrp="1"/>
          </p:cNvSpPr>
          <p:nvPr/>
        </p:nvSpPr>
        <p:spPr>
          <a:xfrm>
            <a:off x="666750" y="2714625"/>
            <a:ext cx="4000500" cy="76200"/>
          </a:xfrm>
          <a:prstGeom prst="rect">
            <a:avLst/>
          </a:prstGeom>
          <a:solidFill>
            <a:srgbClr val="B84F45"/>
          </a:solidFill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6" name="2차시 · 실행과 검수">
            <a:extLst>
              <a:ext uri="{FF2B5EF4-FFF2-40B4-BE49-F238E27FC236}">
                <a16:creationId xmlns:a16="http://schemas.microsoft.com/office/drawing/2014/main" id="{3D8BCE3E-FA54-49BB-BC04-E9C39CC7CA92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2차시 · 실행과 검수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14750" y="1204326"/>
            <a:ext cx="7905750" cy="4449349"/>
          </a:xfrm>
          <a:prstGeom prst="rect">
            <a:avLst/>
          </a:prstGeom>
        </p:spPr>
      </p:pic>
      <p:sp>
        <p:nvSpPr>
          <p:cNvPr id="8" name="두 장을 확인한 뒤, 전체 교안으로 확장합니다">
            <a:extLst>
              <a:ext uri="{FF2B5EF4-FFF2-40B4-BE49-F238E27FC236}">
                <a16:creationId xmlns:a16="http://schemas.microsoft.com/office/drawing/2014/main" id="{D3929C2A-B79A-4298-B7BB-BAD99100FD69}"/>
              </a:ext>
            </a:extLst>
          </p:cNvPr>
          <p:cNvSpPr>
            <a:spLocks noGrp="1"/>
          </p:cNvSpPr>
          <p:nvPr/>
        </p:nvSpPr>
        <p:spPr>
          <a:xfrm>
            <a:off x="1047750" y="621030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lang="en-US" sz="2025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2~3</a:t>
            </a:r>
            <a:r>
              <a:rPr lang="ko-KR" altLang="en-US" sz="2025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장의 샘플 작업 및 피드백을 거친 후 최종작업물로</a:t>
            </a:r>
            <a:r>
              <a:rPr lang="en-US" altLang="ko-KR" sz="2025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!</a:t>
            </a:r>
            <a:endParaRPr sz="2025" b="1">
              <a:solidFill>
                <a:srgbClr val="B84F45"/>
              </a:solidFill>
              <a:latin typeface="GriunXHangeul OCHUNGI.KIM"/>
              <a:ea typeface="GriunXHangeul OCHUNGI.KIM"/>
              <a:cs typeface="GriunXHangeul OCHUNGI.KIM"/>
            </a:endParaRPr>
          </a:p>
        </p:txBody>
      </p:sp>
    </p:spTree>
    <p:extLst>
      <p:ext uri="{BB962C8B-B14F-4D97-AF65-F5344CB8AC3E}">
        <p14:creationId xmlns:p14="http://schemas.microsoft.com/office/powerpoint/2010/main" val="94410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오늘 만들 결과물부터 확인하기">
            <a:extLst>
              <a:ext uri="{FF2B5EF4-FFF2-40B4-BE49-F238E27FC236}">
                <a16:creationId xmlns:a16="http://schemas.microsoft.com/office/drawing/2014/main" id="{E9B878DA-459D-4FD5-BE7F-84DFA32B66F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오늘 만들 결과물부터 확인하기</a:t>
            </a:r>
          </a:p>
        </p:txBody>
      </p:sp>
      <p:sp>
        <p:nvSpPr>
          <p:cNvPr id="2" name="안내">
            <a:extLst>
              <a:ext uri="{FF2B5EF4-FFF2-40B4-BE49-F238E27FC236}">
                <a16:creationId xmlns:a16="http://schemas.microsoft.com/office/drawing/2014/main" id="{CDCE2C45-B405-46BD-8E27-6C726955FF5D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안내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4BA6EFF8-82FF-4F3A-954A-A614001FD069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02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1DECFD6D-4D26-4FA8-B6C4-2DF34E28B578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먼저 시험할 화면 2장, 전체 교안, 강사 설명, 활동자료, 백업본">
            <a:extLst>
              <a:ext uri="{FF2B5EF4-FFF2-40B4-BE49-F238E27FC236}">
                <a16:creationId xmlns:a16="http://schemas.microsoft.com/office/drawing/2014/main" id="{5141E388-7CD6-4665-9AF3-846DFE8D41D2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먼저 시험할 화면 2장, 전체 교안, 강사 설명, 활동자료, 백업본</a:t>
            </a:r>
          </a:p>
        </p:txBody>
      </p:sp>
      <p:sp>
        <p:nvSpPr>
          <p:cNvPr id="6" name="□  먼저 시험할 화면 2장">
            <a:extLst>
              <a:ext uri="{FF2B5EF4-FFF2-40B4-BE49-F238E27FC236}">
                <a16:creationId xmlns:a16="http://schemas.microsoft.com/office/drawing/2014/main" id="{DFC9A48B-16E0-4ADE-ADED-BBCFB9EBB454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먼저 시험할 화면 2장</a:t>
            </a:r>
          </a:p>
        </p:txBody>
      </p:sp>
      <p:sp>
        <p:nvSpPr>
          <p:cNvPr id="7" name="□  전체 교안">
            <a:extLst>
              <a:ext uri="{FF2B5EF4-FFF2-40B4-BE49-F238E27FC236}">
                <a16:creationId xmlns:a16="http://schemas.microsoft.com/office/drawing/2014/main" id="{6FE533CF-ABD6-4E1F-B4DB-B3E19645D5DA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전체 교안</a:t>
            </a:r>
          </a:p>
        </p:txBody>
      </p:sp>
      <p:sp>
        <p:nvSpPr>
          <p:cNvPr id="8" name="□  강사 설명">
            <a:extLst>
              <a:ext uri="{FF2B5EF4-FFF2-40B4-BE49-F238E27FC236}">
                <a16:creationId xmlns:a16="http://schemas.microsoft.com/office/drawing/2014/main" id="{ACAB0448-6785-4D8E-86B8-663AD073A132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강사 설명</a:t>
            </a:r>
          </a:p>
        </p:txBody>
      </p:sp>
      <p:sp>
        <p:nvSpPr>
          <p:cNvPr id="9" name="□  활동자료">
            <a:extLst>
              <a:ext uri="{FF2B5EF4-FFF2-40B4-BE49-F238E27FC236}">
                <a16:creationId xmlns:a16="http://schemas.microsoft.com/office/drawing/2014/main" id="{86CCB8F4-A6A2-46C7-B8B4-10FD5A487191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활동자료</a:t>
            </a:r>
          </a:p>
        </p:txBody>
      </p:sp>
      <p:sp>
        <p:nvSpPr>
          <p:cNvPr id="10" name="□  백업본">
            <a:extLst>
              <a:ext uri="{FF2B5EF4-FFF2-40B4-BE49-F238E27FC236}">
                <a16:creationId xmlns:a16="http://schemas.microsoft.com/office/drawing/2014/main" id="{6D87B5F0-22DA-4604-BDED-0596DFF0FE4E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백업본</a:t>
            </a:r>
          </a:p>
        </p:txBody>
      </p:sp>
      <p:sp>
        <p:nvSpPr>
          <p:cNvPr id="11" name="□  핵심 기준">
            <a:extLst>
              <a:ext uri="{FF2B5EF4-FFF2-40B4-BE49-F238E27FC236}">
                <a16:creationId xmlns:a16="http://schemas.microsoft.com/office/drawing/2014/main" id="{1860495B-0F39-4118-88A9-9D47C41C1059}"/>
              </a:ext>
            </a:extLst>
          </p:cNvPr>
          <p:cNvSpPr>
            <a:spLocks noGrp="1"/>
          </p:cNvSpPr>
          <p:nvPr/>
        </p:nvSpPr>
        <p:spPr>
          <a:xfrm>
            <a:off x="6381750" y="4048125"/>
            <a:ext cx="5095875" cy="7048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□  핵심 기준</a:t>
            </a:r>
          </a:p>
        </p:txBody>
      </p:sp>
      <p:sp>
        <p:nvSpPr>
          <p:cNvPr id="12" name="직접 할 일  필요한 결과물 표시">
            <a:extLst>
              <a:ext uri="{FF2B5EF4-FFF2-40B4-BE49-F238E27FC236}">
                <a16:creationId xmlns:a16="http://schemas.microsoft.com/office/drawing/2014/main" id="{87872216-6695-4690-AEB0-691F3D21CCC4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필요한 결과물 표시</a:t>
            </a:r>
          </a:p>
        </p:txBody>
      </p:sp>
    </p:spTree>
    <p:extLst>
      <p:ext uri="{BB962C8B-B14F-4D97-AF65-F5344CB8AC3E}">
        <p14:creationId xmlns:p14="http://schemas.microsoft.com/office/powerpoint/2010/main" val="1222027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작 전에 다섯 가지를 다시 확인하는 이유">
            <a:extLst>
              <a:ext uri="{FF2B5EF4-FFF2-40B4-BE49-F238E27FC236}">
                <a16:creationId xmlns:a16="http://schemas.microsoft.com/office/drawing/2014/main" id="{104B6575-4CF4-47CC-A5D9-C00C5E42B56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제작 전에 다섯 가지를 다시 확인하는 이유</a:t>
            </a:r>
          </a:p>
        </p:txBody>
      </p:sp>
      <p:sp>
        <p:nvSpPr>
          <p:cNvPr id="2" name="이유">
            <a:extLst>
              <a:ext uri="{FF2B5EF4-FFF2-40B4-BE49-F238E27FC236}">
                <a16:creationId xmlns:a16="http://schemas.microsoft.com/office/drawing/2014/main" id="{766CA454-35C4-408E-BB05-C99A3FA74093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이유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750CABAB-28A7-432D-AC17-B994BF85EB48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03</a:t>
            </a:r>
          </a:p>
        </p:txBody>
      </p:sp>
      <p:sp>
        <p:nvSpPr>
          <p:cNvPr id="4" name="계획서·장표별 제작 안내표·design.md·샘플 PPT·채택 자료 중 하나가 바뀌면 결과도 달라짐">
            <a:extLst>
              <a:ext uri="{FF2B5EF4-FFF2-40B4-BE49-F238E27FC236}">
                <a16:creationId xmlns:a16="http://schemas.microsoft.com/office/drawing/2014/main" id="{21E80D36-A2A8-4F49-9D77-408D4D86916B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55054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계획서</a:t>
            </a:r>
            <a:r>
              <a:rPr 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·</a:t>
            </a:r>
            <a:r>
              <a:rPr 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lang="ko-KR" alt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슬라이드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별 </a:t>
            </a:r>
            <a:r>
              <a:rPr sz="1950" b="1" kern="140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제작 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안내</a:t>
            </a:r>
            <a:r>
              <a:rPr 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·</a:t>
            </a:r>
            <a:r>
              <a:rPr 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design.md</a:t>
            </a:r>
            <a:r>
              <a:rPr 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·</a:t>
            </a:r>
            <a:r>
              <a:rPr 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샘플 PPT</a:t>
            </a:r>
            <a:r>
              <a:rPr lang="en-US"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·</a:t>
            </a:r>
            <a:endParaRPr lang="en-US" sz="1950" b="1" kern="1400" smtClean="0">
              <a:solidFill>
                <a:srgbClr val="242424"/>
              </a:solidFill>
              <a:latin typeface="GriunXHangeul OCHUNGI.KIM"/>
              <a:ea typeface="GriunXHangeul OCHUNGI.KIM"/>
              <a:cs typeface="GriunXHangeul OCHUNGI.KIM"/>
            </a:endParaRPr>
          </a:p>
          <a:p>
            <a:pPr algn="l">
              <a:lnSpc>
                <a:spcPct val="150000"/>
              </a:lnSpc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 kern="140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채택 </a:t>
            </a:r>
            <a:r>
              <a:rPr sz="1950" b="1" kern="140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자료 중 하나가 바뀌면 결과도 달라짐</a:t>
            </a:r>
          </a:p>
        </p:txBody>
      </p:sp>
      <p:sp>
        <p:nvSpPr>
          <p:cNvPr id="5" name="계획서">
            <a:extLst>
              <a:ext uri="{FF2B5EF4-FFF2-40B4-BE49-F238E27FC236}">
                <a16:creationId xmlns:a16="http://schemas.microsoft.com/office/drawing/2014/main" id="{1BBF70FE-D893-40E6-A8C0-0B06CA4B5506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계획서</a:t>
            </a:r>
          </a:p>
        </p:txBody>
      </p:sp>
      <p:sp>
        <p:nvSpPr>
          <p:cNvPr id="6" name="장표별 제작 안내표">
            <a:extLst>
              <a:ext uri="{FF2B5EF4-FFF2-40B4-BE49-F238E27FC236}">
                <a16:creationId xmlns:a16="http://schemas.microsoft.com/office/drawing/2014/main" id="{D5DC5637-F0BA-4A00-85EF-D4C5305F60FC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lang="ko-KR" altLang="en-US" sz="1725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슬라이드</a:t>
            </a:r>
            <a:r>
              <a:rPr sz="1725" b="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별 </a:t>
            </a: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제작 </a:t>
            </a:r>
            <a:r>
              <a:rPr sz="1725" b="0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안내</a:t>
            </a:r>
            <a:endParaRPr sz="1725" b="0">
              <a:solidFill>
                <a:srgbClr val="242424"/>
              </a:solidFill>
              <a:latin typeface="GriunXHangeul OCHUNGI.KIM"/>
              <a:ea typeface="GriunXHangeul OCHUNGI.KIM"/>
              <a:cs typeface="GriunXHangeul OCHUNGI.KIM"/>
            </a:endParaRPr>
          </a:p>
        </p:txBody>
      </p:sp>
      <p:sp>
        <p:nvSpPr>
          <p:cNvPr id="7" name="design.md">
            <a:extLst>
              <a:ext uri="{FF2B5EF4-FFF2-40B4-BE49-F238E27FC236}">
                <a16:creationId xmlns:a16="http://schemas.microsoft.com/office/drawing/2014/main" id="{9571654C-C5E1-434F-A8F1-4F3B16AAAC01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design.md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29583" t="10515"/>
          <a:stretch/>
        </p:blipFill>
        <p:spPr>
          <a:xfrm>
            <a:off x="6791324" y="1762125"/>
            <a:ext cx="4829175" cy="3453838"/>
          </a:xfrm>
          <a:prstGeom prst="rect">
            <a:avLst/>
          </a:prstGeom>
        </p:spPr>
      </p:pic>
      <p:sp>
        <p:nvSpPr>
          <p:cNvPr id="9" name="직접 할 일  최신 파일 여부 확인">
            <a:extLst>
              <a:ext uri="{FF2B5EF4-FFF2-40B4-BE49-F238E27FC236}">
                <a16:creationId xmlns:a16="http://schemas.microsoft.com/office/drawing/2014/main" id="{B267C4EC-5AF3-4412-854D-104A5D87D07F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</a:t>
            </a:r>
            <a:r>
              <a:rPr lang="en-US" sz="1800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: </a:t>
            </a:r>
            <a:r>
              <a:rPr sz="1800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최신 </a:t>
            </a: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파일 여부 확인</a:t>
            </a:r>
          </a:p>
        </p:txBody>
      </p:sp>
    </p:spTree>
    <p:extLst>
      <p:ext uri="{BB962C8B-B14F-4D97-AF65-F5344CB8AC3E}">
        <p14:creationId xmlns:p14="http://schemas.microsoft.com/office/powerpoint/2010/main" val="204525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첫 요청: 현재 파일과 결정 내용을 실제로 확인하게 하기">
            <a:extLst>
              <a:ext uri="{FF2B5EF4-FFF2-40B4-BE49-F238E27FC236}">
                <a16:creationId xmlns:a16="http://schemas.microsoft.com/office/drawing/2014/main" id="{8EEDAE7D-EA5F-4B14-9FBD-10402519549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첫 요청: 현재 파일과 결정 내용을 실제로 확인하게 하기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4180B9F6-E035-4D1C-B04B-0F7008EF2C76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04">
            <a:extLst>
              <a:ext uri="{FF2B5EF4-FFF2-40B4-BE49-F238E27FC236}">
                <a16:creationId xmlns:a16="http://schemas.microsoft.com/office/drawing/2014/main" id="{D9B5FD4D-C910-4F6C-8E9C-E78885F80F5B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04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61B681E1-3E5C-485B-818F-B58EA9230D74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파일을 실제로 열고 근거와 미확정 항목을 보여 달라는 요청">
            <a:extLst>
              <a:ext uri="{FF2B5EF4-FFF2-40B4-BE49-F238E27FC236}">
                <a16:creationId xmlns:a16="http://schemas.microsoft.com/office/drawing/2014/main" id="{9A121E93-3F7D-4CCE-BCEA-818F46633EB0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파일을 실제로 열고 근거와 미확정 항목을 보여 달라는 요청</a:t>
            </a:r>
          </a:p>
        </p:txBody>
      </p:sp>
      <p:sp>
        <p:nvSpPr>
          <p:cNvPr id="6" name="목적">
            <a:extLst>
              <a:ext uri="{FF2B5EF4-FFF2-40B4-BE49-F238E27FC236}">
                <a16:creationId xmlns:a16="http://schemas.microsoft.com/office/drawing/2014/main" id="{0D41D241-4ACB-46C9-B0AC-224C2FB998F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>
              <a:ext uri="{FF2B5EF4-FFF2-40B4-BE49-F238E27FC236}">
                <a16:creationId xmlns:a16="http://schemas.microsoft.com/office/drawing/2014/main" id="{456CAED9-F4F6-4469-9595-B60E1255BDB7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>
              <a:ext uri="{FF2B5EF4-FFF2-40B4-BE49-F238E27FC236}">
                <a16:creationId xmlns:a16="http://schemas.microsoft.com/office/drawing/2014/main" id="{6DDCAEA1-4423-4C92-ABCC-8C27D3E179E7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>
              <a:ext uri="{FF2B5EF4-FFF2-40B4-BE49-F238E27FC236}">
                <a16:creationId xmlns:a16="http://schemas.microsoft.com/office/drawing/2014/main" id="{282DE5E4-3CD3-4A17-A3F7-C6C4ED815553}"/>
              </a:ext>
            </a:extLst>
          </p:cNvPr>
          <p:cNvSpPr>
            <a:spLocks noGrp="1"/>
          </p:cNvSpPr>
          <p:nvPr/>
        </p:nvSpPr>
        <p:spPr>
          <a:xfrm>
            <a:off x="447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>
              <a:ext uri="{FF2B5EF4-FFF2-40B4-BE49-F238E27FC236}">
                <a16:creationId xmlns:a16="http://schemas.microsoft.com/office/drawing/2014/main" id="{B9564A40-4F45-4605-A7C6-08E83030D4FD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>
              <a:ext uri="{FF2B5EF4-FFF2-40B4-BE49-F238E27FC236}">
                <a16:creationId xmlns:a16="http://schemas.microsoft.com/office/drawing/2014/main" id="{A9996DA4-14FB-45D4-8AB3-F8F6742792D6}"/>
              </a:ext>
            </a:extLst>
          </p:cNvPr>
          <p:cNvSpPr>
            <a:spLocks noGrp="1"/>
          </p:cNvSpPr>
          <p:nvPr/>
        </p:nvSpPr>
        <p:spPr>
          <a:xfrm>
            <a:off x="828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>
              <a:ext uri="{FF2B5EF4-FFF2-40B4-BE49-F238E27FC236}">
                <a16:creationId xmlns:a16="http://schemas.microsoft.com/office/drawing/2014/main" id="{9EF5458C-ED3D-4A84-8DFD-428F209B02ED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>
              <a:ext uri="{FF2B5EF4-FFF2-40B4-BE49-F238E27FC236}">
                <a16:creationId xmlns:a16="http://schemas.microsoft.com/office/drawing/2014/main" id="{4EAD995F-6DE4-4EA5-97B6-ADC9A8CF9C17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>
              <a:ext uri="{FF2B5EF4-FFF2-40B4-BE49-F238E27FC236}">
                <a16:creationId xmlns:a16="http://schemas.microsoft.com/office/drawing/2014/main" id="{84CA3873-F522-4064-9787-5541B00AF500}"/>
              </a:ext>
            </a:extLst>
          </p:cNvPr>
          <p:cNvSpPr>
            <a:spLocks noGrp="1"/>
          </p:cNvSpPr>
          <p:nvPr/>
        </p:nvSpPr>
        <p:spPr>
          <a:xfrm>
            <a:off x="447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>
              <a:ext uri="{FF2B5EF4-FFF2-40B4-BE49-F238E27FC236}">
                <a16:creationId xmlns:a16="http://schemas.microsoft.com/office/drawing/2014/main" id="{6847C7E3-5A3F-4100-9E24-14F19052BBCF}"/>
              </a:ext>
            </a:extLst>
          </p:cNvPr>
          <p:cNvSpPr>
            <a:spLocks noGrp="1"/>
          </p:cNvSpPr>
          <p:nvPr/>
        </p:nvSpPr>
        <p:spPr>
          <a:xfrm>
            <a:off x="447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>
              <a:ext uri="{FF2B5EF4-FFF2-40B4-BE49-F238E27FC236}">
                <a16:creationId xmlns:a16="http://schemas.microsoft.com/office/drawing/2014/main" id="{AE0E45F2-63A5-4AB9-9456-D9ABCCFC15A5}"/>
              </a:ext>
            </a:extLst>
          </p:cNvPr>
          <p:cNvSpPr>
            <a:spLocks noGrp="1"/>
          </p:cNvSpPr>
          <p:nvPr/>
        </p:nvSpPr>
        <p:spPr>
          <a:xfrm>
            <a:off x="8286750" y="3571875"/>
            <a:ext cx="1143000" cy="4000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>
              <a:ext uri="{FF2B5EF4-FFF2-40B4-BE49-F238E27FC236}">
                <a16:creationId xmlns:a16="http://schemas.microsoft.com/office/drawing/2014/main" id="{3563EE01-4FE0-48AB-BF4F-6658D65313E4}"/>
              </a:ext>
            </a:extLst>
          </p:cNvPr>
          <p:cNvSpPr>
            <a:spLocks noGrp="1"/>
          </p:cNvSpPr>
          <p:nvPr/>
        </p:nvSpPr>
        <p:spPr>
          <a:xfrm>
            <a:off x="828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자기 AI에 확인 요청 입력">
            <a:extLst>
              <a:ext uri="{FF2B5EF4-FFF2-40B4-BE49-F238E27FC236}">
                <a16:creationId xmlns:a16="http://schemas.microsoft.com/office/drawing/2014/main" id="{2D8D6F71-DA9D-402F-82CD-CC4FB2C762F6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자기 AI에 확인 요청 입력</a:t>
            </a:r>
          </a:p>
        </p:txBody>
      </p:sp>
    </p:spTree>
    <p:extLst>
      <p:ext uri="{BB962C8B-B14F-4D97-AF65-F5344CB8AC3E}">
        <p14:creationId xmlns:p14="http://schemas.microsoft.com/office/powerpoint/2010/main" val="1232600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확인하지 못한 파일은 제작 기준으로 쓰지 않는다">
            <a:extLst>
              <a:ext uri="{FF2B5EF4-FFF2-40B4-BE49-F238E27FC236}">
                <a16:creationId xmlns:a16="http://schemas.microsoft.com/office/drawing/2014/main" id="{7C8FEE44-0447-4069-BB16-0F95131558F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확인하지 못한 파일은 제작 기준으로 쓰지 않는다</a:t>
            </a:r>
          </a:p>
        </p:txBody>
      </p:sp>
      <p:sp>
        <p:nvSpPr>
          <p:cNvPr id="2" name="확인">
            <a:extLst>
              <a:ext uri="{FF2B5EF4-FFF2-40B4-BE49-F238E27FC236}">
                <a16:creationId xmlns:a16="http://schemas.microsoft.com/office/drawing/2014/main" id="{ED7FA7C5-087B-444E-9D9A-6B4458C6EAF9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3" name="05">
            <a:extLst>
              <a:ext uri="{FF2B5EF4-FFF2-40B4-BE49-F238E27FC236}">
                <a16:creationId xmlns:a16="http://schemas.microsoft.com/office/drawing/2014/main" id="{D40A989A-9028-4026-B75C-AB2D8E83D6FB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05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1255D79D-32E1-4A2E-9951-D17DE9F0C52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읽은 파일, 텍스트만 읽은 파일, 열지 못한 파일을 구분하는 방법">
            <a:extLst>
              <a:ext uri="{FF2B5EF4-FFF2-40B4-BE49-F238E27FC236}">
                <a16:creationId xmlns:a16="http://schemas.microsoft.com/office/drawing/2014/main" id="{28B2C960-B0E1-49EC-9CF5-F5840EAD6F5B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읽은 파일, 텍스트만 읽은 파일, 열지 못한 파일을 구분하는 방법</a:t>
            </a:r>
          </a:p>
        </p:txBody>
      </p:sp>
      <p:sp>
        <p:nvSpPr>
          <p:cNvPr id="6" name="□  읽은 파일">
            <a:extLst>
              <a:ext uri="{FF2B5EF4-FFF2-40B4-BE49-F238E27FC236}">
                <a16:creationId xmlns:a16="http://schemas.microsoft.com/office/drawing/2014/main" id="{7EC9B6A7-71AE-477F-A96D-630C8E508C34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읽은 파일</a:t>
            </a:r>
          </a:p>
        </p:txBody>
      </p:sp>
      <p:sp>
        <p:nvSpPr>
          <p:cNvPr id="7" name="□  텍스트만 읽은 파일">
            <a:extLst>
              <a:ext uri="{FF2B5EF4-FFF2-40B4-BE49-F238E27FC236}">
                <a16:creationId xmlns:a16="http://schemas.microsoft.com/office/drawing/2014/main" id="{E0A1787C-B075-426F-A8F4-BBF3A0F42E41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텍스트만 읽은 파일</a:t>
            </a:r>
          </a:p>
        </p:txBody>
      </p:sp>
      <p:sp>
        <p:nvSpPr>
          <p:cNvPr id="8" name="□  열지 못한 파일을 구분하는 방법">
            <a:extLst>
              <a:ext uri="{FF2B5EF4-FFF2-40B4-BE49-F238E27FC236}">
                <a16:creationId xmlns:a16="http://schemas.microsoft.com/office/drawing/2014/main" id="{03BFD857-C3B6-44FB-839B-8AFDCB90F7D5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열지 못한 파일을 구분하는 방법</a:t>
            </a:r>
          </a:p>
        </p:txBody>
      </p:sp>
      <p:sp>
        <p:nvSpPr>
          <p:cNvPr id="9" name="□  실제 화면 열기">
            <a:extLst>
              <a:ext uri="{FF2B5EF4-FFF2-40B4-BE49-F238E27FC236}">
                <a16:creationId xmlns:a16="http://schemas.microsoft.com/office/drawing/2014/main" id="{21808BDD-5628-4983-8018-45A86404E0EC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실제 화면 열기</a:t>
            </a:r>
          </a:p>
        </p:txBody>
      </p:sp>
      <p:sp>
        <p:nvSpPr>
          <p:cNvPr id="10" name="□  문제 위치 찾기">
            <a:extLst>
              <a:ext uri="{FF2B5EF4-FFF2-40B4-BE49-F238E27FC236}">
                <a16:creationId xmlns:a16="http://schemas.microsoft.com/office/drawing/2014/main" id="{142B7614-6AFC-4177-BE03-3CE597413AB0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문제 위치 찾기</a:t>
            </a:r>
          </a:p>
        </p:txBody>
      </p:sp>
      <p:sp>
        <p:nvSpPr>
          <p:cNvPr id="11" name="□  재확인 결과 남기기">
            <a:extLst>
              <a:ext uri="{FF2B5EF4-FFF2-40B4-BE49-F238E27FC236}">
                <a16:creationId xmlns:a16="http://schemas.microsoft.com/office/drawing/2014/main" id="{617D3A1D-95DD-46C4-87CE-159A4BEEF2B1}"/>
              </a:ext>
            </a:extLst>
          </p:cNvPr>
          <p:cNvSpPr>
            <a:spLocks noGrp="1"/>
          </p:cNvSpPr>
          <p:nvPr/>
        </p:nvSpPr>
        <p:spPr>
          <a:xfrm>
            <a:off x="6381750" y="4048125"/>
            <a:ext cx="5095875" cy="7048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□  재확인 결과 남기기</a:t>
            </a:r>
          </a:p>
        </p:txBody>
      </p:sp>
      <p:sp>
        <p:nvSpPr>
          <p:cNvPr id="12" name="직접 할 일  AI 응답의 근거 점검">
            <a:extLst>
              <a:ext uri="{FF2B5EF4-FFF2-40B4-BE49-F238E27FC236}">
                <a16:creationId xmlns:a16="http://schemas.microsoft.com/office/drawing/2014/main" id="{707255D8-B6E0-4B41-A132-2B1A3F6395DD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AI 응답의 근거 점검</a:t>
            </a:r>
          </a:p>
        </p:txBody>
      </p:sp>
    </p:spTree>
    <p:extLst>
      <p:ext uri="{BB962C8B-B14F-4D97-AF65-F5344CB8AC3E}">
        <p14:creationId xmlns:p14="http://schemas.microsoft.com/office/powerpoint/2010/main" val="1992728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TML과 PPTX 중 무엇을 만들지 먼저 정하기">
            <a:extLst>
              <a:ext uri="{FF2B5EF4-FFF2-40B4-BE49-F238E27FC236}">
                <a16:creationId xmlns:a16="http://schemas.microsoft.com/office/drawing/2014/main" id="{245C7F38-942B-4DB0-B8B9-A5F4D48A0E46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HTML과 PPTX 중 무엇을 만들지 먼저 정하기</a:t>
            </a:r>
          </a:p>
        </p:txBody>
      </p:sp>
      <p:sp>
        <p:nvSpPr>
          <p:cNvPr id="2" name="사용자 결정">
            <a:extLst>
              <a:ext uri="{FF2B5EF4-FFF2-40B4-BE49-F238E27FC236}">
                <a16:creationId xmlns:a16="http://schemas.microsoft.com/office/drawing/2014/main" id="{183CDEF2-EDD0-416E-B3C3-4B1949F34908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사용자 결정</a:t>
            </a:r>
          </a:p>
        </p:txBody>
      </p:sp>
      <p:sp>
        <p:nvSpPr>
          <p:cNvPr id="3" name="06">
            <a:extLst>
              <a:ext uri="{FF2B5EF4-FFF2-40B4-BE49-F238E27FC236}">
                <a16:creationId xmlns:a16="http://schemas.microsoft.com/office/drawing/2014/main" id="{71225127-39C3-4A04-ADE0-52297EC70062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06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9F3EF886-9E69-4704-8D8E-A15658085204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애니메이션·웹 사용·현장 편집·기관 호환성의 차이">
            <a:extLst>
              <a:ext uri="{FF2B5EF4-FFF2-40B4-BE49-F238E27FC236}">
                <a16:creationId xmlns:a16="http://schemas.microsoft.com/office/drawing/2014/main" id="{FA92FF60-FE59-48B0-91F8-19DD848290F2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애니메이션·웹 사용·현장 편집·기관 호환성의 차이</a:t>
            </a:r>
          </a:p>
        </p:txBody>
      </p:sp>
      <p:sp>
        <p:nvSpPr>
          <p:cNvPr id="6" name="유지">
            <a:extLst>
              <a:ext uri="{FF2B5EF4-FFF2-40B4-BE49-F238E27FC236}">
                <a16:creationId xmlns:a16="http://schemas.microsoft.com/office/drawing/2014/main" id="{730E6B67-8A6A-4D62-889D-C23894A88A74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857500" cy="5715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유지</a:t>
            </a:r>
          </a:p>
        </p:txBody>
      </p:sp>
      <p:sp>
        <p:nvSpPr>
          <p:cNvPr id="7" name="애니메이션">
            <a:extLst>
              <a:ext uri="{FF2B5EF4-FFF2-40B4-BE49-F238E27FC236}">
                <a16:creationId xmlns:a16="http://schemas.microsoft.com/office/drawing/2014/main" id="{5C61B295-0E1D-482B-8469-3B88E3A4C050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애니메이션</a:t>
            </a:r>
          </a:p>
        </p:txBody>
      </p:sp>
      <p:sp>
        <p:nvSpPr>
          <p:cNvPr id="8" name="수정">
            <a:extLst>
              <a:ext uri="{FF2B5EF4-FFF2-40B4-BE49-F238E27FC236}">
                <a16:creationId xmlns:a16="http://schemas.microsoft.com/office/drawing/2014/main" id="{4CE201AA-5800-4ADC-B688-31A2A5E0EC6C}"/>
              </a:ext>
            </a:extLst>
          </p:cNvPr>
          <p:cNvSpPr>
            <a:spLocks noGrp="1"/>
          </p:cNvSpPr>
          <p:nvPr/>
        </p:nvSpPr>
        <p:spPr>
          <a:xfrm>
            <a:off x="4714875" y="2190750"/>
            <a:ext cx="2857500" cy="57150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수정</a:t>
            </a:r>
          </a:p>
        </p:txBody>
      </p:sp>
      <p:sp>
        <p:nvSpPr>
          <p:cNvPr id="9" name="웹 사용">
            <a:extLst>
              <a:ext uri="{FF2B5EF4-FFF2-40B4-BE49-F238E27FC236}">
                <a16:creationId xmlns:a16="http://schemas.microsoft.com/office/drawing/2014/main" id="{51E7DD4B-F82B-4060-9D24-417D75319498}"/>
              </a:ext>
            </a:extLst>
          </p:cNvPr>
          <p:cNvSpPr>
            <a:spLocks noGrp="1"/>
          </p:cNvSpPr>
          <p:nvPr/>
        </p:nvSpPr>
        <p:spPr>
          <a:xfrm>
            <a:off x="4714875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웹 사용</a:t>
            </a:r>
          </a:p>
        </p:txBody>
      </p:sp>
      <p:sp>
        <p:nvSpPr>
          <p:cNvPr id="10" name="보류">
            <a:extLst>
              <a:ext uri="{FF2B5EF4-FFF2-40B4-BE49-F238E27FC236}">
                <a16:creationId xmlns:a16="http://schemas.microsoft.com/office/drawing/2014/main" id="{234692B8-3979-4F9D-9AB3-6EDA87688F31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857500" cy="571500"/>
          </a:xfrm>
          <a:prstGeom prst="rect">
            <a:avLst/>
          </a:prstGeom>
          <a:solidFill>
            <a:srgbClr val="EAE5DE"/>
          </a:solidFill>
          <a:ln w="19050">
            <a:solidFill>
              <a:srgbClr val="767676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보류</a:t>
            </a:r>
          </a:p>
        </p:txBody>
      </p:sp>
      <p:sp>
        <p:nvSpPr>
          <p:cNvPr id="11" name="현장 편집">
            <a:extLst>
              <a:ext uri="{FF2B5EF4-FFF2-40B4-BE49-F238E27FC236}">
                <a16:creationId xmlns:a16="http://schemas.microsoft.com/office/drawing/2014/main" id="{069221C1-A736-43A3-B8F1-D8E1E6D3224E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67676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현장 편집</a:t>
            </a:r>
          </a:p>
        </p:txBody>
      </p:sp>
      <p:sp>
        <p:nvSpPr>
          <p:cNvPr id="12" name="선택 이유와 다음 확인 시점을 남깁니다">
            <a:extLst>
              <a:ext uri="{FF2B5EF4-FFF2-40B4-BE49-F238E27FC236}">
                <a16:creationId xmlns:a16="http://schemas.microsoft.com/office/drawing/2014/main" id="{4D984835-7F43-4728-B74A-25170EAD3F01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7239000" cy="523875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57150" tIns="57150" rIns="57150" bIns="57150" anchor="ctr">
            <a:noAutofit/>
          </a:bodyPr>
          <a:lstStyle/>
          <a:p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선택 이유와 다음 확인 시점을 남깁니다</a:t>
            </a:r>
          </a:p>
        </p:txBody>
      </p:sp>
      <p:sp>
        <p:nvSpPr>
          <p:cNvPr id="13" name="직접 할 일  주 결과 형식과 백업 형식 선택">
            <a:extLst>
              <a:ext uri="{FF2B5EF4-FFF2-40B4-BE49-F238E27FC236}">
                <a16:creationId xmlns:a16="http://schemas.microsoft.com/office/drawing/2014/main" id="{DF18118B-5F5E-41A1-8C61-9BA6E39455FA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주 결과 형식과 백업 형식 선택</a:t>
            </a:r>
          </a:p>
        </p:txBody>
      </p:sp>
    </p:spTree>
    <p:extLst>
      <p:ext uri="{BB962C8B-B14F-4D97-AF65-F5344CB8AC3E}">
        <p14:creationId xmlns:p14="http://schemas.microsoft.com/office/powerpoint/2010/main" val="511341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디자인 파일과 샘플 PPT를 요소별로 섞는 법">
            <a:extLst>
              <a:ext uri="{FF2B5EF4-FFF2-40B4-BE49-F238E27FC236}">
                <a16:creationId xmlns:a16="http://schemas.microsoft.com/office/drawing/2014/main" id="{C90FE270-B0CE-454B-9C18-76C9E04FD0F6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디자인 파일과 샘플 PPT를 요소별로 섞는 법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61258961-5457-43B5-8E77-7C3BC1D93875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C39658D6-0380-4122-B7E3-D56D55A9BFAA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07</a:t>
            </a:r>
          </a:p>
        </p:txBody>
      </p:sp>
      <p:sp>
        <p:nvSpPr>
          <p:cNvPr id="4" name="색·폰트·레이아웃·형태·그림자·이미지·움직임을 어느 자료에서 가져올지 작성">
            <a:extLst>
              <a:ext uri="{FF2B5EF4-FFF2-40B4-BE49-F238E27FC236}">
                <a16:creationId xmlns:a16="http://schemas.microsoft.com/office/drawing/2014/main" id="{1316BF2A-B855-4A5E-96FB-9C162E4114A9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색·폰트·레이아웃·형태·그림자·이미지·움직임을 </a:t>
            </a:r>
            <a:r>
              <a:rPr sz="1950" b="1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어</a:t>
            </a:r>
            <a:r>
              <a:rPr lang="ko-KR" altLang="en-US" sz="1950" b="1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느</a:t>
            </a:r>
            <a:endParaRPr lang="en-US" altLang="ko-KR" sz="1950" b="1" smtClean="0">
              <a:solidFill>
                <a:srgbClr val="242424"/>
              </a:solidFill>
              <a:latin typeface="GriunXHangeul OCHUNGI.KIM"/>
              <a:ea typeface="GriunXHangeul OCHUNGI.KIM"/>
              <a:cs typeface="GriunXHangeul OCHUNGI.KIM"/>
            </a:endParaRPr>
          </a:p>
          <a:p>
            <a:pPr algn="l">
              <a:lnSpc>
                <a:spcPct val="150000"/>
              </a:lnSpc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 smtClean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자료에서 가져올지 작성</a:t>
            </a:r>
          </a:p>
        </p:txBody>
      </p:sp>
      <p:sp>
        <p:nvSpPr>
          <p:cNvPr id="5" name="색">
            <a:extLst>
              <a:ext uri="{FF2B5EF4-FFF2-40B4-BE49-F238E27FC236}">
                <a16:creationId xmlns:a16="http://schemas.microsoft.com/office/drawing/2014/main" id="{80691CAF-2265-4F63-BB82-40FE2236D4EA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색</a:t>
            </a:r>
          </a:p>
        </p:txBody>
      </p:sp>
      <p:sp>
        <p:nvSpPr>
          <p:cNvPr id="6" name="폰트">
            <a:extLst>
              <a:ext uri="{FF2B5EF4-FFF2-40B4-BE49-F238E27FC236}">
                <a16:creationId xmlns:a16="http://schemas.microsoft.com/office/drawing/2014/main" id="{E2354DCA-1956-47A8-B1CF-33ABE1575B6D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폰트</a:t>
            </a:r>
          </a:p>
        </p:txBody>
      </p:sp>
      <p:sp>
        <p:nvSpPr>
          <p:cNvPr id="7" name="레이아웃">
            <a:extLst>
              <a:ext uri="{FF2B5EF4-FFF2-40B4-BE49-F238E27FC236}">
                <a16:creationId xmlns:a16="http://schemas.microsoft.com/office/drawing/2014/main" id="{5CDCF395-43E6-4102-88E7-12CC1FD60B2B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레이아웃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782" b="98087" l="9928" r="89892"/>
                    </a14:imgEffect>
                  </a14:imgLayer>
                </a14:imgProps>
              </a:ext>
            </a:extLst>
          </a:blip>
          <a:srcRect l="15278"/>
          <a:stretch/>
        </p:blipFill>
        <p:spPr>
          <a:xfrm>
            <a:off x="5810250" y="1356287"/>
            <a:ext cx="5810250" cy="3859676"/>
          </a:xfrm>
          <a:prstGeom prst="rect">
            <a:avLst/>
          </a:prstGeom>
        </p:spPr>
      </p:pic>
      <p:sp>
        <p:nvSpPr>
          <p:cNvPr id="9" name="직접 할 일  디자인 적용 문장 완성">
            <a:extLst>
              <a:ext uri="{FF2B5EF4-FFF2-40B4-BE49-F238E27FC236}">
                <a16:creationId xmlns:a16="http://schemas.microsoft.com/office/drawing/2014/main" id="{9EDE7495-6531-43AF-BC23-44DB4405FCFF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</a:t>
            </a:r>
            <a:r>
              <a:rPr lang="en-US" sz="1800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:</a:t>
            </a:r>
            <a:r>
              <a:rPr sz="1800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 </a:t>
            </a: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디자인 적용 문장 완성</a:t>
            </a:r>
          </a:p>
        </p:txBody>
      </p:sp>
    </p:spTree>
    <p:extLst>
      <p:ext uri="{BB962C8B-B14F-4D97-AF65-F5344CB8AC3E}">
        <p14:creationId xmlns:p14="http://schemas.microsoft.com/office/powerpoint/2010/main" val="976829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폰트를 먼저 확인하지 않으면 화면이 달라지는 이유">
            <a:extLst>
              <a:ext uri="{FF2B5EF4-FFF2-40B4-BE49-F238E27FC236}">
                <a16:creationId xmlns:a16="http://schemas.microsoft.com/office/drawing/2014/main" id="{938B096F-67B9-4D45-B48E-2BD5BDDADEB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폰트를 먼저 확인하지 않으면 화면이 달라지는 이유</a:t>
            </a:r>
          </a:p>
        </p:txBody>
      </p:sp>
      <p:sp>
        <p:nvSpPr>
          <p:cNvPr id="2" name="확인">
            <a:extLst>
              <a:ext uri="{FF2B5EF4-FFF2-40B4-BE49-F238E27FC236}">
                <a16:creationId xmlns:a16="http://schemas.microsoft.com/office/drawing/2014/main" id="{C8D80E43-51FC-4EDD-A9B6-BC6441F1E97B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BF1B11C9-82D8-44C1-B98E-037C87BF8912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08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07A3DC3E-ACBB-4358-A747-503523C9F671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실제 글꼴 파일, 설치 여부, 사용 범위, 대체 글꼴에 따라 줄바꿈과 분위기가 바뀜">
            <a:extLst>
              <a:ext uri="{FF2B5EF4-FFF2-40B4-BE49-F238E27FC236}">
                <a16:creationId xmlns:a16="http://schemas.microsoft.com/office/drawing/2014/main" id="{12C73271-6419-4BAF-BCD3-DDA55B77830F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글꼴 파일, 설치 여부, 사용 범위, 대체 글꼴에 따라 줄바꿈과 분위기가 바뀜</a:t>
            </a:r>
          </a:p>
        </p:txBody>
      </p:sp>
      <p:sp>
        <p:nvSpPr>
          <p:cNvPr id="6" name="□  실제 글꼴 파일">
            <a:extLst>
              <a:ext uri="{FF2B5EF4-FFF2-40B4-BE49-F238E27FC236}">
                <a16:creationId xmlns:a16="http://schemas.microsoft.com/office/drawing/2014/main" id="{F627157F-5DA4-44DE-814B-7FD50904E80C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실제 글꼴 파일</a:t>
            </a:r>
          </a:p>
        </p:txBody>
      </p:sp>
      <p:sp>
        <p:nvSpPr>
          <p:cNvPr id="7" name="□  설치 여부">
            <a:extLst>
              <a:ext uri="{FF2B5EF4-FFF2-40B4-BE49-F238E27FC236}">
                <a16:creationId xmlns:a16="http://schemas.microsoft.com/office/drawing/2014/main" id="{C2FD03CA-CAFA-41EC-8D6B-59AB38D8755B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설치 여부</a:t>
            </a:r>
          </a:p>
        </p:txBody>
      </p:sp>
      <p:sp>
        <p:nvSpPr>
          <p:cNvPr id="8" name="□  사용 범위">
            <a:extLst>
              <a:ext uri="{FF2B5EF4-FFF2-40B4-BE49-F238E27FC236}">
                <a16:creationId xmlns:a16="http://schemas.microsoft.com/office/drawing/2014/main" id="{AC1E648A-F1CB-4932-B4AB-BF042694E137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사용 범위</a:t>
            </a:r>
          </a:p>
        </p:txBody>
      </p:sp>
      <p:sp>
        <p:nvSpPr>
          <p:cNvPr id="9" name="□  대체 글꼴에 따라 줄바꿈과 분위기가 바뀜">
            <a:extLst>
              <a:ext uri="{FF2B5EF4-FFF2-40B4-BE49-F238E27FC236}">
                <a16:creationId xmlns:a16="http://schemas.microsoft.com/office/drawing/2014/main" id="{9807E03F-F067-4773-81C4-F63E757D5387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대체 글꼴에 따라 줄바꿈과 분위기가 바뀜</a:t>
            </a:r>
          </a:p>
        </p:txBody>
      </p:sp>
      <p:sp>
        <p:nvSpPr>
          <p:cNvPr id="10" name="□  실제 화면 열기">
            <a:extLst>
              <a:ext uri="{FF2B5EF4-FFF2-40B4-BE49-F238E27FC236}">
                <a16:creationId xmlns:a16="http://schemas.microsoft.com/office/drawing/2014/main" id="{1FE4FD60-9655-4AF8-913A-043577C54112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실제 화면 열기</a:t>
            </a:r>
          </a:p>
        </p:txBody>
      </p:sp>
      <p:sp>
        <p:nvSpPr>
          <p:cNvPr id="11" name="□  문제 위치 찾기">
            <a:extLst>
              <a:ext uri="{FF2B5EF4-FFF2-40B4-BE49-F238E27FC236}">
                <a16:creationId xmlns:a16="http://schemas.microsoft.com/office/drawing/2014/main" id="{70D647CC-2E42-41FA-807B-7D49EEB2D47D}"/>
              </a:ext>
            </a:extLst>
          </p:cNvPr>
          <p:cNvSpPr>
            <a:spLocks noGrp="1"/>
          </p:cNvSpPr>
          <p:nvPr/>
        </p:nvSpPr>
        <p:spPr>
          <a:xfrm>
            <a:off x="6381750" y="4048125"/>
            <a:ext cx="5095875" cy="7048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□  문제 위치 찾기</a:t>
            </a:r>
          </a:p>
        </p:txBody>
      </p:sp>
      <p:sp>
        <p:nvSpPr>
          <p:cNvPr id="12" name="직접 할 일  제목·본문 글꼴과 대체안 결정">
            <a:extLst>
              <a:ext uri="{FF2B5EF4-FFF2-40B4-BE49-F238E27FC236}">
                <a16:creationId xmlns:a16="http://schemas.microsoft.com/office/drawing/2014/main" id="{27D15D75-5371-430B-AF3D-AAF38B065750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</a:t>
            </a:r>
            <a:r>
              <a:rPr lang="en-US" sz="1800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: </a:t>
            </a:r>
            <a:r>
              <a:rPr sz="1800" b="1" smtClean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제목</a:t>
            </a: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·본문 글꼴과 대체안 결정</a:t>
            </a:r>
          </a:p>
        </p:txBody>
      </p:sp>
    </p:spTree>
    <p:extLst>
      <p:ext uri="{BB962C8B-B14F-4D97-AF65-F5344CB8AC3E}">
        <p14:creationId xmlns:p14="http://schemas.microsoft.com/office/powerpoint/2010/main" val="1238425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전체를 만들기 전에 두 장만 먼저 만드는 이유">
            <a:extLst>
              <a:ext uri="{FF2B5EF4-FFF2-40B4-BE49-F238E27FC236}">
                <a16:creationId xmlns:a16="http://schemas.microsoft.com/office/drawing/2014/main" id="{4BF20AF9-625F-483E-873D-3B8017B25530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전체를 만들기 전에 </a:t>
            </a:r>
            <a:r>
              <a:rPr sz="3225" b="0" smtClean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두</a:t>
            </a:r>
            <a:r>
              <a:rPr lang="ko-KR" altLang="en-US" sz="3225" b="0" smtClean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세</a:t>
            </a:r>
            <a:r>
              <a:rPr sz="3225" b="0" smtClean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장만 </a:t>
            </a: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먼저 만드는 이유</a:t>
            </a:r>
          </a:p>
        </p:txBody>
      </p:sp>
      <p:sp>
        <p:nvSpPr>
          <p:cNvPr id="2" name="이유">
            <a:extLst>
              <a:ext uri="{FF2B5EF4-FFF2-40B4-BE49-F238E27FC236}">
                <a16:creationId xmlns:a16="http://schemas.microsoft.com/office/drawing/2014/main" id="{79FD100E-C913-4C44-A203-51E2802918BC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이유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0415B765-5397-4013-A86C-477A3662C6B4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09</a:t>
            </a:r>
          </a:p>
        </p:txBody>
      </p:sp>
      <p:sp>
        <p:nvSpPr>
          <p:cNvPr id="4" name="잘못된 정보량과 디자인이 전체에 반복되는 것을 막고 수정 비용을 줄임">
            <a:extLst>
              <a:ext uri="{FF2B5EF4-FFF2-40B4-BE49-F238E27FC236}">
                <a16:creationId xmlns:a16="http://schemas.microsoft.com/office/drawing/2014/main" id="{9E5886EA-D965-418C-8E4A-62BEF3CEAD6C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68630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잘못된 정보량과 디자인이 전체에 반복되는 것을 막고 수정 비용을 줄임</a:t>
            </a:r>
          </a:p>
        </p:txBody>
      </p:sp>
      <p:sp>
        <p:nvSpPr>
          <p:cNvPr id="5" name="잘못된 정보량과 디자인이 전체에 반복되는 것을 막고 수정 비용을 줄임">
            <a:extLst>
              <a:ext uri="{FF2B5EF4-FFF2-40B4-BE49-F238E27FC236}">
                <a16:creationId xmlns:a16="http://schemas.microsoft.com/office/drawing/2014/main" id="{EA7566E9-25BC-459D-90A2-C09ED07445A0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잘못된 정보량과 디자인이 전체에 반복되는 것을 막고 수정 비용을 줄임</a:t>
            </a:r>
          </a:p>
        </p:txBody>
      </p:sp>
      <p:sp>
        <p:nvSpPr>
          <p:cNvPr id="6" name="문제가 생기는 지점">
            <a:extLst>
              <a:ext uri="{FF2B5EF4-FFF2-40B4-BE49-F238E27FC236}">
                <a16:creationId xmlns:a16="http://schemas.microsoft.com/office/drawing/2014/main" id="{8BDC3BC0-F9A7-46A1-A98C-7421BE23849E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문제가 생기는 지점</a:t>
            </a:r>
          </a:p>
        </p:txBody>
      </p:sp>
      <p:sp>
        <p:nvSpPr>
          <p:cNvPr id="7" name="막아야 할 반복 오류">
            <a:extLst>
              <a:ext uri="{FF2B5EF4-FFF2-40B4-BE49-F238E27FC236}">
                <a16:creationId xmlns:a16="http://schemas.microsoft.com/office/drawing/2014/main" id="{8694576A-DFF5-4A15-BD82-C53E930B5843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막아야 할 반복 오류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38725" y="1622987"/>
            <a:ext cx="6858000" cy="3859676"/>
          </a:xfrm>
          <a:prstGeom prst="rect">
            <a:avLst/>
          </a:prstGeom>
        </p:spPr>
      </p:pic>
      <p:sp>
        <p:nvSpPr>
          <p:cNvPr id="9" name="직접 할 일  먼저 시험할 필요 이해">
            <a:extLst>
              <a:ext uri="{FF2B5EF4-FFF2-40B4-BE49-F238E27FC236}">
                <a16:creationId xmlns:a16="http://schemas.microsoft.com/office/drawing/2014/main" id="{A229E6F2-A409-43D7-A7FE-2DBD22B1166E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먼저 시험할 필요 이해</a:t>
            </a:r>
          </a:p>
        </p:txBody>
      </p:sp>
    </p:spTree>
    <p:extLst>
      <p:ext uri="{BB962C8B-B14F-4D97-AF65-F5344CB8AC3E}">
        <p14:creationId xmlns:p14="http://schemas.microsoft.com/office/powerpoint/2010/main" val="938850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먼저 만들 두 장은 서로 다른 일을 해야 한다">
            <a:extLst>
              <a:ext uri="{FF2B5EF4-FFF2-40B4-BE49-F238E27FC236}">
                <a16:creationId xmlns:a16="http://schemas.microsoft.com/office/drawing/2014/main" id="{CDBBAE52-BD26-48C0-AF35-492E88599C09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먼저 만들 두 장은 서로 다른 일을 해야 한다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9EC550A3-C122-4142-A7A9-41CC6792033B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0">
            <a:extLst>
              <a:ext uri="{FF2B5EF4-FFF2-40B4-BE49-F238E27FC236}">
                <a16:creationId xmlns:a16="http://schemas.microsoft.com/office/drawing/2014/main" id="{BD61DECA-925D-43F9-B392-95667AFA1DC3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10</a:t>
            </a:r>
          </a:p>
        </p:txBody>
      </p:sp>
      <p:sp>
        <p:nvSpPr>
          <p:cNvPr id="4" name="설명·비교 화면 1장과 활동·절차 화면 1장을 고르는 기준">
            <a:extLst>
              <a:ext uri="{FF2B5EF4-FFF2-40B4-BE49-F238E27FC236}">
                <a16:creationId xmlns:a16="http://schemas.microsoft.com/office/drawing/2014/main" id="{BCA5AC88-297D-4330-81A7-C34DED4E4C14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설명·비교 화면 1장과 활동·절차 화면 1장을 고르는 기준</a:t>
            </a:r>
          </a:p>
        </p:txBody>
      </p:sp>
      <p:sp>
        <p:nvSpPr>
          <p:cNvPr id="5" name="설명">
            <a:extLst>
              <a:ext uri="{FF2B5EF4-FFF2-40B4-BE49-F238E27FC236}">
                <a16:creationId xmlns:a16="http://schemas.microsoft.com/office/drawing/2014/main" id="{DD5A1B0D-C5AA-43A4-A810-8BAC57D2109C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설명</a:t>
            </a:r>
          </a:p>
        </p:txBody>
      </p:sp>
      <p:sp>
        <p:nvSpPr>
          <p:cNvPr id="6" name="비교 화면 1장과 활동">
            <a:extLst>
              <a:ext uri="{FF2B5EF4-FFF2-40B4-BE49-F238E27FC236}">
                <a16:creationId xmlns:a16="http://schemas.microsoft.com/office/drawing/2014/main" id="{2DD5AB8E-9AD4-4383-8952-5CE7232BF445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비교 화면 1장과 활동</a:t>
            </a:r>
          </a:p>
        </p:txBody>
      </p:sp>
      <p:sp>
        <p:nvSpPr>
          <p:cNvPr id="7" name="절차 화면 1장을 고르는 기준">
            <a:extLst>
              <a:ext uri="{FF2B5EF4-FFF2-40B4-BE49-F238E27FC236}">
                <a16:creationId xmlns:a16="http://schemas.microsoft.com/office/drawing/2014/main" id="{5AE95A97-8779-4CCC-97CD-9FB187C3A82F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절차 화면 1장을 고르는 기준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33950" y="1622987"/>
            <a:ext cx="6858000" cy="3859676"/>
          </a:xfrm>
          <a:prstGeom prst="rect">
            <a:avLst/>
          </a:prstGeom>
        </p:spPr>
      </p:pic>
      <p:sp>
        <p:nvSpPr>
          <p:cNvPr id="9" name="직접 할 일  자기 목차에서 두 장 선택">
            <a:extLst>
              <a:ext uri="{FF2B5EF4-FFF2-40B4-BE49-F238E27FC236}">
                <a16:creationId xmlns:a16="http://schemas.microsoft.com/office/drawing/2014/main" id="{417DCA1F-AA5C-4554-9A6B-AD1F1FB89897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자기 목차에서 두 장 선택</a:t>
            </a:r>
          </a:p>
        </p:txBody>
      </p:sp>
    </p:spTree>
    <p:extLst>
      <p:ext uri="{BB962C8B-B14F-4D97-AF65-F5344CB8AC3E}">
        <p14:creationId xmlns:p14="http://schemas.microsoft.com/office/powerpoint/2010/main" val="1270555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두 번째 요청: 먼저 시험할 화면 2장 만들기">
            <a:extLst>
              <a:ext uri="{FF2B5EF4-FFF2-40B4-BE49-F238E27FC236}">
                <a16:creationId xmlns:a16="http://schemas.microsoft.com/office/drawing/2014/main" id="{FC86D4C1-2C40-4476-BC06-23E343EB5359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두 번째 요청: 먼저 시험할 화면 2장 만들기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F5EE3B84-D1DB-470D-8E65-CDAA91C11F9B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1">
            <a:extLst>
              <a:ext uri="{FF2B5EF4-FFF2-40B4-BE49-F238E27FC236}">
                <a16:creationId xmlns:a16="http://schemas.microsoft.com/office/drawing/2014/main" id="{13DC2D50-9926-4895-BC2F-06300796E84E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11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C89249ED-DE87-43CB-95C9-A2AC5AA3BD04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결과 형식, 두 장의 번호와 목적, 디자인 적용, 파일 생성과 화면 확인을 포함한 제작 요청">
            <a:extLst>
              <a:ext uri="{FF2B5EF4-FFF2-40B4-BE49-F238E27FC236}">
                <a16:creationId xmlns:a16="http://schemas.microsoft.com/office/drawing/2014/main" id="{FB56FDB2-B442-43BD-9F5F-239930168555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결과 형식, 두 장의 번호와 목적, 디자인 적용, 파일 생성과 화면 확인을 포함한 제작 요청</a:t>
            </a:r>
          </a:p>
        </p:txBody>
      </p:sp>
      <p:sp>
        <p:nvSpPr>
          <p:cNvPr id="6" name="목적">
            <a:extLst>
              <a:ext uri="{FF2B5EF4-FFF2-40B4-BE49-F238E27FC236}">
                <a16:creationId xmlns:a16="http://schemas.microsoft.com/office/drawing/2014/main" id="{9E6D4F9D-4D60-4C1F-89E6-16BF4539196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>
              <a:ext uri="{FF2B5EF4-FFF2-40B4-BE49-F238E27FC236}">
                <a16:creationId xmlns:a16="http://schemas.microsoft.com/office/drawing/2014/main" id="{C8CD9BBE-1A0B-4295-AAAD-F1A3CEEE9004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>
              <a:ext uri="{FF2B5EF4-FFF2-40B4-BE49-F238E27FC236}">
                <a16:creationId xmlns:a16="http://schemas.microsoft.com/office/drawing/2014/main" id="{1066C655-77AC-4C64-B1DB-7344AC30A0C9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>
              <a:ext uri="{FF2B5EF4-FFF2-40B4-BE49-F238E27FC236}">
                <a16:creationId xmlns:a16="http://schemas.microsoft.com/office/drawing/2014/main" id="{13CD6EA6-6CE9-4E6E-841D-0D5FF2D19B1A}"/>
              </a:ext>
            </a:extLst>
          </p:cNvPr>
          <p:cNvSpPr>
            <a:spLocks noGrp="1"/>
          </p:cNvSpPr>
          <p:nvPr/>
        </p:nvSpPr>
        <p:spPr>
          <a:xfrm>
            <a:off x="447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>
              <a:ext uri="{FF2B5EF4-FFF2-40B4-BE49-F238E27FC236}">
                <a16:creationId xmlns:a16="http://schemas.microsoft.com/office/drawing/2014/main" id="{CB3349BB-B3A6-4BCC-8067-3FB29842AF2D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>
              <a:ext uri="{FF2B5EF4-FFF2-40B4-BE49-F238E27FC236}">
                <a16:creationId xmlns:a16="http://schemas.microsoft.com/office/drawing/2014/main" id="{CE9D8A73-B387-41CA-B483-BA958AA3C2CE}"/>
              </a:ext>
            </a:extLst>
          </p:cNvPr>
          <p:cNvSpPr>
            <a:spLocks noGrp="1"/>
          </p:cNvSpPr>
          <p:nvPr/>
        </p:nvSpPr>
        <p:spPr>
          <a:xfrm>
            <a:off x="828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>
              <a:ext uri="{FF2B5EF4-FFF2-40B4-BE49-F238E27FC236}">
                <a16:creationId xmlns:a16="http://schemas.microsoft.com/office/drawing/2014/main" id="{C6C6DF80-E45D-47D0-90C5-C197910BF367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>
              <a:ext uri="{FF2B5EF4-FFF2-40B4-BE49-F238E27FC236}">
                <a16:creationId xmlns:a16="http://schemas.microsoft.com/office/drawing/2014/main" id="{E6A89F82-A2FA-4393-B8C6-C1A9253EDF04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>
              <a:ext uri="{FF2B5EF4-FFF2-40B4-BE49-F238E27FC236}">
                <a16:creationId xmlns:a16="http://schemas.microsoft.com/office/drawing/2014/main" id="{A43C6E0A-C0CC-4F37-B491-1773B165F611}"/>
              </a:ext>
            </a:extLst>
          </p:cNvPr>
          <p:cNvSpPr>
            <a:spLocks noGrp="1"/>
          </p:cNvSpPr>
          <p:nvPr/>
        </p:nvSpPr>
        <p:spPr>
          <a:xfrm>
            <a:off x="447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>
              <a:ext uri="{FF2B5EF4-FFF2-40B4-BE49-F238E27FC236}">
                <a16:creationId xmlns:a16="http://schemas.microsoft.com/office/drawing/2014/main" id="{841A4453-AB92-4112-A13B-C51BD7F0FD9B}"/>
              </a:ext>
            </a:extLst>
          </p:cNvPr>
          <p:cNvSpPr>
            <a:spLocks noGrp="1"/>
          </p:cNvSpPr>
          <p:nvPr/>
        </p:nvSpPr>
        <p:spPr>
          <a:xfrm>
            <a:off x="447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>
              <a:ext uri="{FF2B5EF4-FFF2-40B4-BE49-F238E27FC236}">
                <a16:creationId xmlns:a16="http://schemas.microsoft.com/office/drawing/2014/main" id="{6A6B8623-CF0E-4621-B948-4D232E2FDC6F}"/>
              </a:ext>
            </a:extLst>
          </p:cNvPr>
          <p:cNvSpPr>
            <a:spLocks noGrp="1"/>
          </p:cNvSpPr>
          <p:nvPr/>
        </p:nvSpPr>
        <p:spPr>
          <a:xfrm>
            <a:off x="8286750" y="3571875"/>
            <a:ext cx="1143000" cy="4000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>
              <a:ext uri="{FF2B5EF4-FFF2-40B4-BE49-F238E27FC236}">
                <a16:creationId xmlns:a16="http://schemas.microsoft.com/office/drawing/2014/main" id="{3EDE6C15-D20C-468F-A2AE-1807E646A4C3}"/>
              </a:ext>
            </a:extLst>
          </p:cNvPr>
          <p:cNvSpPr>
            <a:spLocks noGrp="1"/>
          </p:cNvSpPr>
          <p:nvPr/>
        </p:nvSpPr>
        <p:spPr>
          <a:xfrm>
            <a:off x="828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제작 요청 입력">
            <a:extLst>
              <a:ext uri="{FF2B5EF4-FFF2-40B4-BE49-F238E27FC236}">
                <a16:creationId xmlns:a16="http://schemas.microsoft.com/office/drawing/2014/main" id="{A18733D0-8510-47F8-8B80-788560F71B5C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제작 요청 입력</a:t>
            </a:r>
          </a:p>
        </p:txBody>
      </p:sp>
    </p:spTree>
    <p:extLst>
      <p:ext uri="{BB962C8B-B14F-4D97-AF65-F5344CB8AC3E}">
        <p14:creationId xmlns:p14="http://schemas.microsoft.com/office/powerpoint/2010/main" val="2103233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예시: 정치 체제의 차이를 한눈에 비교하는 화면">
            <a:extLst>
              <a:ext uri="{FF2B5EF4-FFF2-40B4-BE49-F238E27FC236}">
                <a16:creationId xmlns:a16="http://schemas.microsoft.com/office/drawing/2014/main" id="{87826C54-E4AD-4AF5-A6FC-A66A03DCF77D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정치 체제의 차이를 한눈에 비교하는 화면</a:t>
            </a:r>
          </a:p>
        </p:txBody>
      </p:sp>
      <p:sp>
        <p:nvSpPr>
          <p:cNvPr id="2" name="DEMO">
            <a:extLst>
              <a:ext uri="{FF2B5EF4-FFF2-40B4-BE49-F238E27FC236}">
                <a16:creationId xmlns:a16="http://schemas.microsoft.com/office/drawing/2014/main" id="{2178D79D-334C-4CC4-9D33-BC94BA771722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DEMO</a:t>
            </a:r>
          </a:p>
        </p:txBody>
      </p:sp>
      <p:sp>
        <p:nvSpPr>
          <p:cNvPr id="3" name="12">
            <a:extLst>
              <a:ext uri="{FF2B5EF4-FFF2-40B4-BE49-F238E27FC236}">
                <a16:creationId xmlns:a16="http://schemas.microsoft.com/office/drawing/2014/main" id="{87910C77-8771-4D77-A72F-7BF1F626C210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12</a:t>
            </a:r>
          </a:p>
        </p:txBody>
      </p:sp>
      <p:sp>
        <p:nvSpPr>
          <p:cNvPr id="4" name="같은 비교 기준, 핵심 문장, 출처와 시점을 읽기 쉽게 배치한 설명 화면">
            <a:extLst>
              <a:ext uri="{FF2B5EF4-FFF2-40B4-BE49-F238E27FC236}">
                <a16:creationId xmlns:a16="http://schemas.microsoft.com/office/drawing/2014/main" id="{4DCA5B0D-4A86-4182-A1E3-7825E890015C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같은 비교 기준, 핵심 문장, 출처와 시점을 읽기 쉽게 배치한 설명 화면</a:t>
            </a:r>
          </a:p>
        </p:txBody>
      </p:sp>
      <p:sp>
        <p:nvSpPr>
          <p:cNvPr id="5" name="같은 비교 기준">
            <a:extLst>
              <a:ext uri="{FF2B5EF4-FFF2-40B4-BE49-F238E27FC236}">
                <a16:creationId xmlns:a16="http://schemas.microsoft.com/office/drawing/2014/main" id="{2D52A82F-7DCE-49DC-8A91-FCEB0A29250A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같은 비교 기준</a:t>
            </a:r>
          </a:p>
        </p:txBody>
      </p:sp>
      <p:sp>
        <p:nvSpPr>
          <p:cNvPr id="6" name="핵심 문장">
            <a:extLst>
              <a:ext uri="{FF2B5EF4-FFF2-40B4-BE49-F238E27FC236}">
                <a16:creationId xmlns:a16="http://schemas.microsoft.com/office/drawing/2014/main" id="{9F31DF0F-E87E-4859-A945-6C4CE7F35E9D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핵심 문장</a:t>
            </a:r>
          </a:p>
        </p:txBody>
      </p:sp>
      <p:sp>
        <p:nvSpPr>
          <p:cNvPr id="7" name="출처와 시점을 읽기 쉽게 배치한 설명 화면">
            <a:extLst>
              <a:ext uri="{FF2B5EF4-FFF2-40B4-BE49-F238E27FC236}">
                <a16:creationId xmlns:a16="http://schemas.microsoft.com/office/drawing/2014/main" id="{9A5157F8-4107-4B47-BA76-F4DED9E3B3E5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출처와 시점을 읽기 쉽게 배치한 설명 화면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t="11255" b="9281"/>
          <a:stretch/>
        </p:blipFill>
        <p:spPr>
          <a:xfrm>
            <a:off x="5010150" y="2152649"/>
            <a:ext cx="6858000" cy="3067051"/>
          </a:xfrm>
          <a:prstGeom prst="rect">
            <a:avLst/>
          </a:prstGeom>
        </p:spPr>
      </p:pic>
      <p:sp>
        <p:nvSpPr>
          <p:cNvPr id="9" name="직접 할 일  정보의 우선순위 관찰">
            <a:extLst>
              <a:ext uri="{FF2B5EF4-FFF2-40B4-BE49-F238E27FC236}">
                <a16:creationId xmlns:a16="http://schemas.microsoft.com/office/drawing/2014/main" id="{B49DD748-EBCD-46CF-B29E-B866AB0E9AE4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정보의 우선순위 관찰</a:t>
            </a:r>
          </a:p>
        </p:txBody>
      </p:sp>
    </p:spTree>
    <p:extLst>
      <p:ext uri="{BB962C8B-B14F-4D97-AF65-F5344CB8AC3E}">
        <p14:creationId xmlns:p14="http://schemas.microsoft.com/office/powerpoint/2010/main" val="726327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예시: 시민 삶 지표 카드를 직접 작성하는 화면">
            <a:extLst>
              <a:ext uri="{FF2B5EF4-FFF2-40B4-BE49-F238E27FC236}">
                <a16:creationId xmlns:a16="http://schemas.microsoft.com/office/drawing/2014/main" id="{D3566AF1-55A3-45FA-9A05-BAE36AB97A7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시민 삶 지표 카드를 직접 작성하는 화면</a:t>
            </a:r>
          </a:p>
        </p:txBody>
      </p:sp>
      <p:sp>
        <p:nvSpPr>
          <p:cNvPr id="2" name="DEMO">
            <a:extLst>
              <a:ext uri="{FF2B5EF4-FFF2-40B4-BE49-F238E27FC236}">
                <a16:creationId xmlns:a16="http://schemas.microsoft.com/office/drawing/2014/main" id="{87AFC2F5-4AC0-4CAA-83F4-8F61BACCD8F6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DEMO</a:t>
            </a:r>
          </a:p>
        </p:txBody>
      </p:sp>
      <p:sp>
        <p:nvSpPr>
          <p:cNvPr id="3" name="13">
            <a:extLst>
              <a:ext uri="{FF2B5EF4-FFF2-40B4-BE49-F238E27FC236}">
                <a16:creationId xmlns:a16="http://schemas.microsoft.com/office/drawing/2014/main" id="{DC4610E3-F0A2-4D01-AA5A-3157C2FB75BB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13</a:t>
            </a:r>
          </a:p>
        </p:txBody>
      </p:sp>
      <p:sp>
        <p:nvSpPr>
          <p:cNvPr id="4" name="준비물, 수행 순서, 기록 칸, 완료 기준이 보이는 활동 화면">
            <a:extLst>
              <a:ext uri="{FF2B5EF4-FFF2-40B4-BE49-F238E27FC236}">
                <a16:creationId xmlns:a16="http://schemas.microsoft.com/office/drawing/2014/main" id="{80796463-09B8-4F62-90E6-3F03305BAE6B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준비물, 수행 순서, 기록 칸, 완료 기준이 보이는 활동 화면</a:t>
            </a:r>
          </a:p>
        </p:txBody>
      </p:sp>
      <p:sp>
        <p:nvSpPr>
          <p:cNvPr id="5" name="준비물">
            <a:extLst>
              <a:ext uri="{FF2B5EF4-FFF2-40B4-BE49-F238E27FC236}">
                <a16:creationId xmlns:a16="http://schemas.microsoft.com/office/drawing/2014/main" id="{5C5C67D4-7478-47E5-80DD-C6434DEB7663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준비물</a:t>
            </a:r>
          </a:p>
        </p:txBody>
      </p:sp>
      <p:sp>
        <p:nvSpPr>
          <p:cNvPr id="6" name="수행 순서">
            <a:extLst>
              <a:ext uri="{FF2B5EF4-FFF2-40B4-BE49-F238E27FC236}">
                <a16:creationId xmlns:a16="http://schemas.microsoft.com/office/drawing/2014/main" id="{C406DF7C-8A3D-445C-9301-AAE043D3225F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수행 순서</a:t>
            </a:r>
          </a:p>
        </p:txBody>
      </p:sp>
      <p:sp>
        <p:nvSpPr>
          <p:cNvPr id="7" name="기록 칸">
            <a:extLst>
              <a:ext uri="{FF2B5EF4-FFF2-40B4-BE49-F238E27FC236}">
                <a16:creationId xmlns:a16="http://schemas.microsoft.com/office/drawing/2014/main" id="{73B208C2-AB9C-443D-8EDF-BB5F00752427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기록 칸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3"/>
          <a:srcRect l="2222" t="12736"/>
          <a:stretch/>
        </p:blipFill>
        <p:spPr>
          <a:xfrm>
            <a:off x="5086350" y="1876425"/>
            <a:ext cx="6705600" cy="3368113"/>
          </a:xfrm>
          <a:prstGeom prst="rect">
            <a:avLst/>
          </a:prstGeom>
        </p:spPr>
      </p:pic>
      <p:sp>
        <p:nvSpPr>
          <p:cNvPr id="9" name="직접 할 일  활동 가능 여부 관찰">
            <a:extLst>
              <a:ext uri="{FF2B5EF4-FFF2-40B4-BE49-F238E27FC236}">
                <a16:creationId xmlns:a16="http://schemas.microsoft.com/office/drawing/2014/main" id="{C1986DC7-978E-4DD9-B197-1EE440EF0DF5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활동 가능 여부 관찰</a:t>
            </a:r>
          </a:p>
        </p:txBody>
      </p:sp>
    </p:spTree>
    <p:extLst>
      <p:ext uri="{BB962C8B-B14F-4D97-AF65-F5344CB8AC3E}">
        <p14:creationId xmlns:p14="http://schemas.microsoft.com/office/powerpoint/2010/main" val="690383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내 수업의 시험 화면 2장을 실제 파일로 만들기">
            <a:extLst>
              <a:ext uri="{FF2B5EF4-FFF2-40B4-BE49-F238E27FC236}">
                <a16:creationId xmlns:a16="http://schemas.microsoft.com/office/drawing/2014/main" id="{B0677E87-96A1-407D-BC03-CE7E278B77D4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내 수업의 시험 화면 2장을 실제 파일로 만들기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AE6BAC7D-52A2-4967-ABB4-15F24CE03749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4">
            <a:extLst>
              <a:ext uri="{FF2B5EF4-FFF2-40B4-BE49-F238E27FC236}">
                <a16:creationId xmlns:a16="http://schemas.microsoft.com/office/drawing/2014/main" id="{1B47DEF2-2A21-4336-A4F7-4EC902B43B90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14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2EC23E67-BD03-4708-8815-126338EB6435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참가자 자료로 HTML 또는 PPTX 파일을 만드는 과정">
            <a:extLst>
              <a:ext uri="{FF2B5EF4-FFF2-40B4-BE49-F238E27FC236}">
                <a16:creationId xmlns:a16="http://schemas.microsoft.com/office/drawing/2014/main" id="{D0832D11-12E9-4B98-B8A6-88834259BD1C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참가자 자료로 HTML 또는 PPTX 파일을 만드는 과정</a:t>
            </a: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D13BD203-C84E-40E1-A794-2E6A2F740C61}"/>
              </a:ext>
            </a:extLst>
          </p:cNvPr>
          <p:cNvSpPr>
            <a:spLocks noGrp="1"/>
          </p:cNvSpPr>
          <p:nvPr/>
        </p:nvSpPr>
        <p:spPr>
          <a:xfrm>
            <a:off x="7429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참가자 자료로 HTML 또는 PPTX 파일을 만드는 과정">
            <a:extLst>
              <a:ext uri="{FF2B5EF4-FFF2-40B4-BE49-F238E27FC236}">
                <a16:creationId xmlns:a16="http://schemas.microsoft.com/office/drawing/2014/main" id="{F2D1F16E-7910-4621-A081-FD3B6ECDC7FA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참가자 자료로 HTML 또는 PPTX 파일을 만드는 과정</a:t>
            </a:r>
          </a:p>
        </p:txBody>
      </p:sp>
      <p:sp>
        <p:nvSpPr>
          <p:cNvPr id="8" name="→">
            <a:extLst>
              <a:ext uri="{FF2B5EF4-FFF2-40B4-BE49-F238E27FC236}">
                <a16:creationId xmlns:a16="http://schemas.microsoft.com/office/drawing/2014/main" id="{48624011-6387-4D80-82DF-7DEE5A5B5224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>
              <a:ext uri="{FF2B5EF4-FFF2-40B4-BE49-F238E27FC236}">
                <a16:creationId xmlns:a16="http://schemas.microsoft.com/office/drawing/2014/main" id="{09186413-2F23-49C7-B100-7184CD516D52}"/>
              </a:ext>
            </a:extLst>
          </p:cNvPr>
          <p:cNvSpPr>
            <a:spLocks noGrp="1"/>
          </p:cNvSpPr>
          <p:nvPr/>
        </p:nvSpPr>
        <p:spPr>
          <a:xfrm>
            <a:off x="36004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입력 자료 확인">
            <a:extLst>
              <a:ext uri="{FF2B5EF4-FFF2-40B4-BE49-F238E27FC236}">
                <a16:creationId xmlns:a16="http://schemas.microsoft.com/office/drawing/2014/main" id="{888AC9CB-04FC-4113-85E3-0C46BFA7055E}"/>
              </a:ext>
            </a:extLst>
          </p:cNvPr>
          <p:cNvSpPr>
            <a:spLocks noGrp="1"/>
          </p:cNvSpPr>
          <p:nvPr/>
        </p:nvSpPr>
        <p:spPr>
          <a:xfrm>
            <a:off x="35242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입력 자료 확인</a:t>
            </a:r>
          </a:p>
        </p:txBody>
      </p:sp>
      <p:sp>
        <p:nvSpPr>
          <p:cNvPr id="11" name="→">
            <a:extLst>
              <a:ext uri="{FF2B5EF4-FFF2-40B4-BE49-F238E27FC236}">
                <a16:creationId xmlns:a16="http://schemas.microsoft.com/office/drawing/2014/main" id="{65DFA662-3B31-4B93-AB32-B8AA66696159}"/>
              </a:ext>
            </a:extLst>
          </p:cNvPr>
          <p:cNvSpPr>
            <a:spLocks noGrp="1"/>
          </p:cNvSpPr>
          <p:nvPr/>
        </p:nvSpPr>
        <p:spPr>
          <a:xfrm>
            <a:off x="59245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>
              <a:ext uri="{FF2B5EF4-FFF2-40B4-BE49-F238E27FC236}">
                <a16:creationId xmlns:a16="http://schemas.microsoft.com/office/drawing/2014/main" id="{D1AA6FDE-2D27-486F-B7C4-46D88A18C225}"/>
              </a:ext>
            </a:extLst>
          </p:cNvPr>
          <p:cNvSpPr>
            <a:spLocks noGrp="1"/>
          </p:cNvSpPr>
          <p:nvPr/>
        </p:nvSpPr>
        <p:spPr>
          <a:xfrm>
            <a:off x="64579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작업 범위 지정">
            <a:extLst>
              <a:ext uri="{FF2B5EF4-FFF2-40B4-BE49-F238E27FC236}">
                <a16:creationId xmlns:a16="http://schemas.microsoft.com/office/drawing/2014/main" id="{44CC6EA3-B836-4477-8D5E-EED505847A0C}"/>
              </a:ext>
            </a:extLst>
          </p:cNvPr>
          <p:cNvSpPr>
            <a:spLocks noGrp="1"/>
          </p:cNvSpPr>
          <p:nvPr/>
        </p:nvSpPr>
        <p:spPr>
          <a:xfrm>
            <a:off x="63817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작업 범위 지정</a:t>
            </a:r>
          </a:p>
        </p:txBody>
      </p:sp>
      <p:sp>
        <p:nvSpPr>
          <p:cNvPr id="14" name="→">
            <a:extLst>
              <a:ext uri="{FF2B5EF4-FFF2-40B4-BE49-F238E27FC236}">
                <a16:creationId xmlns:a16="http://schemas.microsoft.com/office/drawing/2014/main" id="{D761DD00-5180-44D3-9B96-E254A06132C4}"/>
              </a:ext>
            </a:extLst>
          </p:cNvPr>
          <p:cNvSpPr>
            <a:spLocks noGrp="1"/>
          </p:cNvSpPr>
          <p:nvPr/>
        </p:nvSpPr>
        <p:spPr>
          <a:xfrm>
            <a:off x="87820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>
              <a:ext uri="{FF2B5EF4-FFF2-40B4-BE49-F238E27FC236}">
                <a16:creationId xmlns:a16="http://schemas.microsoft.com/office/drawing/2014/main" id="{08528300-A9CE-4E4E-ACE3-40A3B4347B34}"/>
              </a:ext>
            </a:extLst>
          </p:cNvPr>
          <p:cNvSpPr>
            <a:spLocks noGrp="1"/>
          </p:cNvSpPr>
          <p:nvPr/>
        </p:nvSpPr>
        <p:spPr>
          <a:xfrm>
            <a:off x="9315450" y="2219325"/>
            <a:ext cx="495300" cy="49530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완료 증거 기록">
            <a:extLst>
              <a:ext uri="{FF2B5EF4-FFF2-40B4-BE49-F238E27FC236}">
                <a16:creationId xmlns:a16="http://schemas.microsoft.com/office/drawing/2014/main" id="{625D5088-1D50-4C52-B174-DCB55E21DB15}"/>
              </a:ext>
            </a:extLst>
          </p:cNvPr>
          <p:cNvSpPr>
            <a:spLocks noGrp="1"/>
          </p:cNvSpPr>
          <p:nvPr/>
        </p:nvSpPr>
        <p:spPr>
          <a:xfrm>
            <a:off x="92392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 증거 기록</a:t>
            </a:r>
          </a:p>
        </p:txBody>
      </p:sp>
      <p:sp>
        <p:nvSpPr>
          <p:cNvPr id="17" name="직접 할 일  자기 파일 생성">
            <a:extLst>
              <a:ext uri="{FF2B5EF4-FFF2-40B4-BE49-F238E27FC236}">
                <a16:creationId xmlns:a16="http://schemas.microsoft.com/office/drawing/2014/main" id="{4E95B254-98EB-4198-B77B-978021AA95FA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자기 파일 생성</a:t>
            </a:r>
          </a:p>
        </p:txBody>
      </p:sp>
    </p:spTree>
    <p:extLst>
      <p:ext uri="{BB962C8B-B14F-4D97-AF65-F5344CB8AC3E}">
        <p14:creationId xmlns:p14="http://schemas.microsoft.com/office/powerpoint/2010/main" val="737362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파일이 생겼다는 말보다 실제 화면을 먼저 본다">
            <a:extLst>
              <a:ext uri="{FF2B5EF4-FFF2-40B4-BE49-F238E27FC236}">
                <a16:creationId xmlns:a16="http://schemas.microsoft.com/office/drawing/2014/main" id="{4953F484-6B68-4BBC-8777-6ADB948528E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파일이 생겼다는 말보다 실제 화면을 먼저 본다</a:t>
            </a:r>
          </a:p>
        </p:txBody>
      </p:sp>
      <p:sp>
        <p:nvSpPr>
          <p:cNvPr id="2" name="확인">
            <a:extLst>
              <a:ext uri="{FF2B5EF4-FFF2-40B4-BE49-F238E27FC236}">
                <a16:creationId xmlns:a16="http://schemas.microsoft.com/office/drawing/2014/main" id="{F254F3E8-B3BD-4D28-8457-C54DBA988B46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3" name="15">
            <a:extLst>
              <a:ext uri="{FF2B5EF4-FFF2-40B4-BE49-F238E27FC236}">
                <a16:creationId xmlns:a16="http://schemas.microsoft.com/office/drawing/2014/main" id="{6BB38A3A-C25D-4DE5-8C9E-5BE61F4CB71F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15</a:t>
            </a:r>
          </a:p>
        </p:txBody>
      </p:sp>
      <p:sp>
        <p:nvSpPr>
          <p:cNvPr id="4" name="최신 저장본을 열어야 글자 잘림·폰트 대체·이미지 비율을 알 수 있음">
            <a:extLst>
              <a:ext uri="{FF2B5EF4-FFF2-40B4-BE49-F238E27FC236}">
                <a16:creationId xmlns:a16="http://schemas.microsoft.com/office/drawing/2014/main" id="{E8D02263-8E4A-4C68-83C3-17D41D7B48A1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최신 저장본을 열어야 글자 잘림·폰트 대체·이미지 비율을 알 수 있음</a:t>
            </a:r>
          </a:p>
        </p:txBody>
      </p:sp>
      <p:sp>
        <p:nvSpPr>
          <p:cNvPr id="5" name="최신 저장본을 열어야 글자 잘림">
            <a:extLst>
              <a:ext uri="{FF2B5EF4-FFF2-40B4-BE49-F238E27FC236}">
                <a16:creationId xmlns:a16="http://schemas.microsoft.com/office/drawing/2014/main" id="{A1ED1E19-DAB3-4631-AF11-927DADFF3206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최신 저장본을 열어야 글자 잘림</a:t>
            </a:r>
          </a:p>
        </p:txBody>
      </p:sp>
      <p:sp>
        <p:nvSpPr>
          <p:cNvPr id="6" name="폰트 대체">
            <a:extLst>
              <a:ext uri="{FF2B5EF4-FFF2-40B4-BE49-F238E27FC236}">
                <a16:creationId xmlns:a16="http://schemas.microsoft.com/office/drawing/2014/main" id="{FBB91955-0ABA-40E0-9A35-183E7CD80878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폰트 대체</a:t>
            </a:r>
          </a:p>
        </p:txBody>
      </p:sp>
      <p:sp>
        <p:nvSpPr>
          <p:cNvPr id="7" name="이미지 비율을 알 수 있음">
            <a:extLst>
              <a:ext uri="{FF2B5EF4-FFF2-40B4-BE49-F238E27FC236}">
                <a16:creationId xmlns:a16="http://schemas.microsoft.com/office/drawing/2014/main" id="{EDA2A82E-1CB5-46A4-9645-168B60EF19F3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이미지 비율을 알 수 있음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33950" y="1622987"/>
            <a:ext cx="6858000" cy="3859676"/>
          </a:xfrm>
          <a:prstGeom prst="rect">
            <a:avLst/>
          </a:prstGeom>
        </p:spPr>
      </p:pic>
      <p:sp>
        <p:nvSpPr>
          <p:cNvPr id="9" name="직접 할 일  결과 파일 직접 열기">
            <a:extLst>
              <a:ext uri="{FF2B5EF4-FFF2-40B4-BE49-F238E27FC236}">
                <a16:creationId xmlns:a16="http://schemas.microsoft.com/office/drawing/2014/main" id="{5D2A13E4-3847-4271-9B20-7E270138092C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결과 파일 직접 열기</a:t>
            </a:r>
          </a:p>
        </p:txBody>
      </p:sp>
    </p:spTree>
    <p:extLst>
      <p:ext uri="{BB962C8B-B14F-4D97-AF65-F5344CB8AC3E}">
        <p14:creationId xmlns:p14="http://schemas.microsoft.com/office/powerpoint/2010/main" val="1911666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먼저 내용이 맞는지 여섯 가지로 확인하기">
            <a:extLst>
              <a:ext uri="{FF2B5EF4-FFF2-40B4-BE49-F238E27FC236}">
                <a16:creationId xmlns:a16="http://schemas.microsoft.com/office/drawing/2014/main" id="{86D27347-0259-49DE-A86D-63401E150317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먼저 내용이 맞는지 여섯 가지로 확인하기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CB0DE917-EF67-4CEE-BC8D-64F803EBBBD6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6">
            <a:extLst>
              <a:ext uri="{FF2B5EF4-FFF2-40B4-BE49-F238E27FC236}">
                <a16:creationId xmlns:a16="http://schemas.microsoft.com/office/drawing/2014/main" id="{A730C356-72AE-4FFA-A82D-2FFF43D84801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16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83FC9E5A-3A3E-41EC-9A2E-3C3A411033C5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목표 연결, 핵심 메시지, 사실 정확성, 학습자 행동, 앞뒤 연결, 불필요한 말">
            <a:extLst>
              <a:ext uri="{FF2B5EF4-FFF2-40B4-BE49-F238E27FC236}">
                <a16:creationId xmlns:a16="http://schemas.microsoft.com/office/drawing/2014/main" id="{870362FF-FBE6-4E8B-8711-369E401B4E05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목표 연결, 핵심 메시지, 사실 정확성, 학습자 행동, 앞뒤 연결, 불필요한 말</a:t>
            </a:r>
          </a:p>
        </p:txBody>
      </p:sp>
      <p:sp>
        <p:nvSpPr>
          <p:cNvPr id="6" name="□  목표 연결">
            <a:extLst>
              <a:ext uri="{FF2B5EF4-FFF2-40B4-BE49-F238E27FC236}">
                <a16:creationId xmlns:a16="http://schemas.microsoft.com/office/drawing/2014/main" id="{ABBEF23B-DA53-4662-B6EC-1942B7C8D6D8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목표 연결</a:t>
            </a:r>
          </a:p>
        </p:txBody>
      </p:sp>
      <p:sp>
        <p:nvSpPr>
          <p:cNvPr id="7" name="□  핵심 메시지">
            <a:extLst>
              <a:ext uri="{FF2B5EF4-FFF2-40B4-BE49-F238E27FC236}">
                <a16:creationId xmlns:a16="http://schemas.microsoft.com/office/drawing/2014/main" id="{CD32D5EF-1E9B-4A3E-A5D8-BF05D972896F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핵심 메시지</a:t>
            </a:r>
          </a:p>
        </p:txBody>
      </p:sp>
      <p:sp>
        <p:nvSpPr>
          <p:cNvPr id="8" name="□  사실 정확성">
            <a:extLst>
              <a:ext uri="{FF2B5EF4-FFF2-40B4-BE49-F238E27FC236}">
                <a16:creationId xmlns:a16="http://schemas.microsoft.com/office/drawing/2014/main" id="{09F92CED-F026-4ADE-9581-95993E2A030C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사실 정확성</a:t>
            </a:r>
          </a:p>
        </p:txBody>
      </p:sp>
      <p:sp>
        <p:nvSpPr>
          <p:cNvPr id="9" name="□  학습자 행동">
            <a:extLst>
              <a:ext uri="{FF2B5EF4-FFF2-40B4-BE49-F238E27FC236}">
                <a16:creationId xmlns:a16="http://schemas.microsoft.com/office/drawing/2014/main" id="{D0826C85-F754-49AB-AC39-DC14AA7A0EE2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학습자 행동</a:t>
            </a:r>
          </a:p>
        </p:txBody>
      </p:sp>
      <p:sp>
        <p:nvSpPr>
          <p:cNvPr id="10" name="□  앞뒤 연결">
            <a:extLst>
              <a:ext uri="{FF2B5EF4-FFF2-40B4-BE49-F238E27FC236}">
                <a16:creationId xmlns:a16="http://schemas.microsoft.com/office/drawing/2014/main" id="{BCAD2C3F-80A9-4D93-91F2-7D0CBD19D919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앞뒤 연결</a:t>
            </a:r>
          </a:p>
        </p:txBody>
      </p:sp>
      <p:sp>
        <p:nvSpPr>
          <p:cNvPr id="11" name="□  불필요한 말">
            <a:extLst>
              <a:ext uri="{FF2B5EF4-FFF2-40B4-BE49-F238E27FC236}">
                <a16:creationId xmlns:a16="http://schemas.microsoft.com/office/drawing/2014/main" id="{8067F4D7-940A-41F5-B0A0-4E2B558D77AD}"/>
              </a:ext>
            </a:extLst>
          </p:cNvPr>
          <p:cNvSpPr>
            <a:spLocks noGrp="1"/>
          </p:cNvSpPr>
          <p:nvPr/>
        </p:nvSpPr>
        <p:spPr>
          <a:xfrm>
            <a:off x="6381750" y="4048125"/>
            <a:ext cx="5095875" cy="7048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□  불필요한 말</a:t>
            </a:r>
          </a:p>
        </p:txBody>
      </p:sp>
      <p:sp>
        <p:nvSpPr>
          <p:cNvPr id="12" name="직접 할 일  내용 점검표 작성">
            <a:extLst>
              <a:ext uri="{FF2B5EF4-FFF2-40B4-BE49-F238E27FC236}">
                <a16:creationId xmlns:a16="http://schemas.microsoft.com/office/drawing/2014/main" id="{A133469A-A1B9-4B73-9B66-5E3D81D84E43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내용 점검표 작성</a:t>
            </a:r>
          </a:p>
        </p:txBody>
      </p:sp>
    </p:spTree>
    <p:extLst>
      <p:ext uri="{BB962C8B-B14F-4D97-AF65-F5344CB8AC3E}">
        <p14:creationId xmlns:p14="http://schemas.microsoft.com/office/powerpoint/2010/main" val="32695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다음은 화면이 읽히는지 여섯 가지로 확인하기">
            <a:extLst>
              <a:ext uri="{FF2B5EF4-FFF2-40B4-BE49-F238E27FC236}">
                <a16:creationId xmlns:a16="http://schemas.microsoft.com/office/drawing/2014/main" id="{B3332275-40DF-4919-8933-1B39188EB77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다음은 화면이 읽히는지 여섯 가지로 확인하기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D3E0781A-C7BB-48BA-802C-E94E4061C47B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7">
            <a:extLst>
              <a:ext uri="{FF2B5EF4-FFF2-40B4-BE49-F238E27FC236}">
                <a16:creationId xmlns:a16="http://schemas.microsoft.com/office/drawing/2014/main" id="{D6FD8655-D4AF-40A9-82F0-7FE6201D0182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17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C9809CE1-B183-44DF-B931-7B2FD722914D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글자 크기·대비·문장 묶임·여백·장식 비중·멀리서의 가독성">
            <a:extLst>
              <a:ext uri="{FF2B5EF4-FFF2-40B4-BE49-F238E27FC236}">
                <a16:creationId xmlns:a16="http://schemas.microsoft.com/office/drawing/2014/main" id="{6AA28DE1-C449-474D-949A-D5767A51FDA7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글자 크기·대비·문장 묶임·여백·장식 비중·멀리서의 가독성</a:t>
            </a:r>
          </a:p>
        </p:txBody>
      </p:sp>
      <p:sp>
        <p:nvSpPr>
          <p:cNvPr id="6" name="□  글자 크기">
            <a:extLst>
              <a:ext uri="{FF2B5EF4-FFF2-40B4-BE49-F238E27FC236}">
                <a16:creationId xmlns:a16="http://schemas.microsoft.com/office/drawing/2014/main" id="{B974C8F3-8189-43C3-A7F7-D11405FC7CBF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글자 크기</a:t>
            </a:r>
          </a:p>
        </p:txBody>
      </p:sp>
      <p:sp>
        <p:nvSpPr>
          <p:cNvPr id="7" name="□  대비">
            <a:extLst>
              <a:ext uri="{FF2B5EF4-FFF2-40B4-BE49-F238E27FC236}">
                <a16:creationId xmlns:a16="http://schemas.microsoft.com/office/drawing/2014/main" id="{BE4BA291-8A2D-45BB-8F4D-65C515B7B613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대비</a:t>
            </a:r>
          </a:p>
        </p:txBody>
      </p:sp>
      <p:sp>
        <p:nvSpPr>
          <p:cNvPr id="8" name="□  문장 묶임">
            <a:extLst>
              <a:ext uri="{FF2B5EF4-FFF2-40B4-BE49-F238E27FC236}">
                <a16:creationId xmlns:a16="http://schemas.microsoft.com/office/drawing/2014/main" id="{09EB5B1E-2E53-4442-B38C-B9183B17FAEF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문장 묶임</a:t>
            </a:r>
          </a:p>
        </p:txBody>
      </p:sp>
      <p:sp>
        <p:nvSpPr>
          <p:cNvPr id="9" name="□  여백">
            <a:extLst>
              <a:ext uri="{FF2B5EF4-FFF2-40B4-BE49-F238E27FC236}">
                <a16:creationId xmlns:a16="http://schemas.microsoft.com/office/drawing/2014/main" id="{050EF00D-6E52-4A28-93EC-35F2BCE119B2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여백</a:t>
            </a:r>
          </a:p>
        </p:txBody>
      </p:sp>
      <p:sp>
        <p:nvSpPr>
          <p:cNvPr id="10" name="□  장식 비중">
            <a:extLst>
              <a:ext uri="{FF2B5EF4-FFF2-40B4-BE49-F238E27FC236}">
                <a16:creationId xmlns:a16="http://schemas.microsoft.com/office/drawing/2014/main" id="{2911ADC2-3321-489C-A5D6-D79214B7EAA9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장식 비중</a:t>
            </a:r>
          </a:p>
        </p:txBody>
      </p:sp>
      <p:sp>
        <p:nvSpPr>
          <p:cNvPr id="11" name="□  멀리서의 가독성">
            <a:extLst>
              <a:ext uri="{FF2B5EF4-FFF2-40B4-BE49-F238E27FC236}">
                <a16:creationId xmlns:a16="http://schemas.microsoft.com/office/drawing/2014/main" id="{9F2DE843-001E-409E-94C9-0FE06D4C6433}"/>
              </a:ext>
            </a:extLst>
          </p:cNvPr>
          <p:cNvSpPr>
            <a:spLocks noGrp="1"/>
          </p:cNvSpPr>
          <p:nvPr/>
        </p:nvSpPr>
        <p:spPr>
          <a:xfrm>
            <a:off x="6381750" y="4048125"/>
            <a:ext cx="5095875" cy="7048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□  멀리서의 가독성</a:t>
            </a:r>
          </a:p>
        </p:txBody>
      </p:sp>
      <p:sp>
        <p:nvSpPr>
          <p:cNvPr id="12" name="직접 할 일  화면 점검표 작성">
            <a:extLst>
              <a:ext uri="{FF2B5EF4-FFF2-40B4-BE49-F238E27FC236}">
                <a16:creationId xmlns:a16="http://schemas.microsoft.com/office/drawing/2014/main" id="{4306C0BF-55A4-4C21-AF52-2977A8C4AC06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화면 점검표 작성</a:t>
            </a:r>
          </a:p>
        </p:txBody>
      </p:sp>
    </p:spTree>
    <p:extLst>
      <p:ext uri="{BB962C8B-B14F-4D97-AF65-F5344CB8AC3E}">
        <p14:creationId xmlns:p14="http://schemas.microsoft.com/office/powerpoint/2010/main" val="887397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세 번째 요청: AI에게 문제·근거·수정안만 받기">
            <a:extLst>
              <a:ext uri="{FF2B5EF4-FFF2-40B4-BE49-F238E27FC236}">
                <a16:creationId xmlns:a16="http://schemas.microsoft.com/office/drawing/2014/main" id="{FB181D3F-A624-4143-B770-3BA7E8891FAC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세 번째 요청: AI에게 문제·근거·수정안만 받기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5F0BD975-18AF-4937-A36C-D45F4AB190C4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18">
            <a:extLst>
              <a:ext uri="{FF2B5EF4-FFF2-40B4-BE49-F238E27FC236}">
                <a16:creationId xmlns:a16="http://schemas.microsoft.com/office/drawing/2014/main" id="{8CE067DA-E0CA-4248-A82D-AFB8C8470885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18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7582534E-A40E-4F40-B2F0-C21DC807FD95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AI가 임의로 고치지 않고 문제 위치와 이유, 가능한 수정안을 보여 주게 하는 요청">
            <a:extLst>
              <a:ext uri="{FF2B5EF4-FFF2-40B4-BE49-F238E27FC236}">
                <a16:creationId xmlns:a16="http://schemas.microsoft.com/office/drawing/2014/main" id="{A743F015-B52B-43E3-89C1-3A7ECB551D6B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AI가 임의로 고치지 않고 문제 위치와 이유, 가능한 수정안을 보여 주게 하는 요청</a:t>
            </a:r>
          </a:p>
        </p:txBody>
      </p:sp>
      <p:sp>
        <p:nvSpPr>
          <p:cNvPr id="6" name="목적">
            <a:extLst>
              <a:ext uri="{FF2B5EF4-FFF2-40B4-BE49-F238E27FC236}">
                <a16:creationId xmlns:a16="http://schemas.microsoft.com/office/drawing/2014/main" id="{A9FDBE8F-4667-471A-9135-E882AD4AF668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>
              <a:ext uri="{FF2B5EF4-FFF2-40B4-BE49-F238E27FC236}">
                <a16:creationId xmlns:a16="http://schemas.microsoft.com/office/drawing/2014/main" id="{2FA1DDF8-7226-4B21-BD16-F26C17BE5B82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>
              <a:ext uri="{FF2B5EF4-FFF2-40B4-BE49-F238E27FC236}">
                <a16:creationId xmlns:a16="http://schemas.microsoft.com/office/drawing/2014/main" id="{F9373788-FDF5-4FFD-8044-DFB22F249945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>
              <a:ext uri="{FF2B5EF4-FFF2-40B4-BE49-F238E27FC236}">
                <a16:creationId xmlns:a16="http://schemas.microsoft.com/office/drawing/2014/main" id="{F4019F04-2D98-48BD-B8F1-1FF3FCABE086}"/>
              </a:ext>
            </a:extLst>
          </p:cNvPr>
          <p:cNvSpPr>
            <a:spLocks noGrp="1"/>
          </p:cNvSpPr>
          <p:nvPr/>
        </p:nvSpPr>
        <p:spPr>
          <a:xfrm>
            <a:off x="447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>
              <a:ext uri="{FF2B5EF4-FFF2-40B4-BE49-F238E27FC236}">
                <a16:creationId xmlns:a16="http://schemas.microsoft.com/office/drawing/2014/main" id="{E23650EE-93DB-4C14-8976-08208A818541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>
              <a:ext uri="{FF2B5EF4-FFF2-40B4-BE49-F238E27FC236}">
                <a16:creationId xmlns:a16="http://schemas.microsoft.com/office/drawing/2014/main" id="{9208DDA8-739F-4FF3-BFF5-FAE4FBD79856}"/>
              </a:ext>
            </a:extLst>
          </p:cNvPr>
          <p:cNvSpPr>
            <a:spLocks noGrp="1"/>
          </p:cNvSpPr>
          <p:nvPr/>
        </p:nvSpPr>
        <p:spPr>
          <a:xfrm>
            <a:off x="828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>
              <a:ext uri="{FF2B5EF4-FFF2-40B4-BE49-F238E27FC236}">
                <a16:creationId xmlns:a16="http://schemas.microsoft.com/office/drawing/2014/main" id="{B9835A4A-B88D-4007-92C4-41D18A8BF581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>
              <a:ext uri="{FF2B5EF4-FFF2-40B4-BE49-F238E27FC236}">
                <a16:creationId xmlns:a16="http://schemas.microsoft.com/office/drawing/2014/main" id="{42C0D452-C479-4750-91BD-EB32F0CFA1E3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>
              <a:ext uri="{FF2B5EF4-FFF2-40B4-BE49-F238E27FC236}">
                <a16:creationId xmlns:a16="http://schemas.microsoft.com/office/drawing/2014/main" id="{6AD5754E-5719-4C89-9B26-A2B42FC57A3D}"/>
              </a:ext>
            </a:extLst>
          </p:cNvPr>
          <p:cNvSpPr>
            <a:spLocks noGrp="1"/>
          </p:cNvSpPr>
          <p:nvPr/>
        </p:nvSpPr>
        <p:spPr>
          <a:xfrm>
            <a:off x="447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>
              <a:ext uri="{FF2B5EF4-FFF2-40B4-BE49-F238E27FC236}">
                <a16:creationId xmlns:a16="http://schemas.microsoft.com/office/drawing/2014/main" id="{E68AA36D-F764-4430-83A8-229C7F36C199}"/>
              </a:ext>
            </a:extLst>
          </p:cNvPr>
          <p:cNvSpPr>
            <a:spLocks noGrp="1"/>
          </p:cNvSpPr>
          <p:nvPr/>
        </p:nvSpPr>
        <p:spPr>
          <a:xfrm>
            <a:off x="447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>
              <a:ext uri="{FF2B5EF4-FFF2-40B4-BE49-F238E27FC236}">
                <a16:creationId xmlns:a16="http://schemas.microsoft.com/office/drawing/2014/main" id="{CFD68039-3F4B-4094-B6C4-027BCB885317}"/>
              </a:ext>
            </a:extLst>
          </p:cNvPr>
          <p:cNvSpPr>
            <a:spLocks noGrp="1"/>
          </p:cNvSpPr>
          <p:nvPr/>
        </p:nvSpPr>
        <p:spPr>
          <a:xfrm>
            <a:off x="8286750" y="3571875"/>
            <a:ext cx="1143000" cy="4000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>
              <a:ext uri="{FF2B5EF4-FFF2-40B4-BE49-F238E27FC236}">
                <a16:creationId xmlns:a16="http://schemas.microsoft.com/office/drawing/2014/main" id="{8B254463-4D3F-4D60-9B4E-B10FDE4043E3}"/>
              </a:ext>
            </a:extLst>
          </p:cNvPr>
          <p:cNvSpPr>
            <a:spLocks noGrp="1"/>
          </p:cNvSpPr>
          <p:nvPr/>
        </p:nvSpPr>
        <p:spPr>
          <a:xfrm>
            <a:off x="828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AI 검토 실행">
            <a:extLst>
              <a:ext uri="{FF2B5EF4-FFF2-40B4-BE49-F238E27FC236}">
                <a16:creationId xmlns:a16="http://schemas.microsoft.com/office/drawing/2014/main" id="{34FAF910-9CE4-4452-8496-E7B8E2042F46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AI 검토 실행</a:t>
            </a:r>
          </a:p>
        </p:txBody>
      </p:sp>
    </p:spTree>
    <p:extLst>
      <p:ext uri="{BB962C8B-B14F-4D97-AF65-F5344CB8AC3E}">
        <p14:creationId xmlns:p14="http://schemas.microsoft.com/office/powerpoint/2010/main" val="977494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I의 제안은 정답이 아니라 선택지다">
            <a:extLst>
              <a:ext uri="{FF2B5EF4-FFF2-40B4-BE49-F238E27FC236}">
                <a16:creationId xmlns:a16="http://schemas.microsoft.com/office/drawing/2014/main" id="{2D951078-B5B9-4FF0-A7BE-920339629F8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AI의 제안은 정답이 아니라 선택지다</a:t>
            </a:r>
          </a:p>
        </p:txBody>
      </p:sp>
      <p:sp>
        <p:nvSpPr>
          <p:cNvPr id="2" name="이유">
            <a:extLst>
              <a:ext uri="{FF2B5EF4-FFF2-40B4-BE49-F238E27FC236}">
                <a16:creationId xmlns:a16="http://schemas.microsoft.com/office/drawing/2014/main" id="{EABCFBE7-7B0C-408F-8978-D5E6E8D906CE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이유</a:t>
            </a:r>
          </a:p>
        </p:txBody>
      </p:sp>
      <p:sp>
        <p:nvSpPr>
          <p:cNvPr id="3" name="19">
            <a:extLst>
              <a:ext uri="{FF2B5EF4-FFF2-40B4-BE49-F238E27FC236}">
                <a16:creationId xmlns:a16="http://schemas.microsoft.com/office/drawing/2014/main" id="{0CBBEF1C-67EB-4545-93AB-E7A67523AAA6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19</a:t>
            </a:r>
          </a:p>
        </p:txBody>
      </p:sp>
      <p:sp>
        <p:nvSpPr>
          <p:cNvPr id="4" name="교육적 적합성과 현장 사용성은 강사가 최종 판단해야 함">
            <a:extLst>
              <a:ext uri="{FF2B5EF4-FFF2-40B4-BE49-F238E27FC236}">
                <a16:creationId xmlns:a16="http://schemas.microsoft.com/office/drawing/2014/main" id="{631F19AE-CB65-4D80-B612-E9331F91752D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교육적 적합성과 현장 사용성은 강사가 최종 판단해야 함</a:t>
            </a:r>
          </a:p>
        </p:txBody>
      </p:sp>
      <p:sp>
        <p:nvSpPr>
          <p:cNvPr id="5" name="교육적 적합성과 현장 사용성은 강사가 최종 판단해야 함">
            <a:extLst>
              <a:ext uri="{FF2B5EF4-FFF2-40B4-BE49-F238E27FC236}">
                <a16:creationId xmlns:a16="http://schemas.microsoft.com/office/drawing/2014/main" id="{FE8E29AD-EFA9-4930-B426-5D16229D60F4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교육적 적합성과 현장 사용성은 강사가 최종 판단해야 함</a:t>
            </a:r>
          </a:p>
        </p:txBody>
      </p:sp>
      <p:sp>
        <p:nvSpPr>
          <p:cNvPr id="6" name="문제가 생기는 지점">
            <a:extLst>
              <a:ext uri="{FF2B5EF4-FFF2-40B4-BE49-F238E27FC236}">
                <a16:creationId xmlns:a16="http://schemas.microsoft.com/office/drawing/2014/main" id="{6AF274F4-CF7F-4DAD-8F8C-DCEED3146C47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문제가 생기는 지점</a:t>
            </a:r>
          </a:p>
        </p:txBody>
      </p:sp>
      <p:sp>
        <p:nvSpPr>
          <p:cNvPr id="7" name="막아야 할 반복 오류">
            <a:extLst>
              <a:ext uri="{FF2B5EF4-FFF2-40B4-BE49-F238E27FC236}">
                <a16:creationId xmlns:a16="http://schemas.microsoft.com/office/drawing/2014/main" id="{E2E8DD2B-D9FD-4261-9112-1F7D2601C7CD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막아야 할 반복 오류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356287"/>
            <a:ext cx="6858000" cy="3859676"/>
          </a:xfrm>
          <a:prstGeom prst="rect">
            <a:avLst/>
          </a:prstGeom>
        </p:spPr>
      </p:pic>
      <p:sp>
        <p:nvSpPr>
          <p:cNvPr id="9" name="직접 할 일  제안별 영향 확인">
            <a:extLst>
              <a:ext uri="{FF2B5EF4-FFF2-40B4-BE49-F238E27FC236}">
                <a16:creationId xmlns:a16="http://schemas.microsoft.com/office/drawing/2014/main" id="{B715D0A2-41E1-488A-8A11-D00AFC5C3650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제안별 영향 확인</a:t>
            </a:r>
          </a:p>
        </p:txBody>
      </p:sp>
    </p:spTree>
    <p:extLst>
      <p:ext uri="{BB962C8B-B14F-4D97-AF65-F5344CB8AC3E}">
        <p14:creationId xmlns:p14="http://schemas.microsoft.com/office/powerpoint/2010/main" val="533296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가 고를 것: 유지·수정·보류">
            <a:extLst>
              <a:ext uri="{FF2B5EF4-FFF2-40B4-BE49-F238E27FC236}">
                <a16:creationId xmlns:a16="http://schemas.microsoft.com/office/drawing/2014/main" id="{16898ADA-4212-4C90-8394-1FDA952F8DF2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내가 고를 것: 유지·수정·보류</a:t>
            </a:r>
          </a:p>
        </p:txBody>
      </p:sp>
      <p:sp>
        <p:nvSpPr>
          <p:cNvPr id="2" name="사용자 결정">
            <a:extLst>
              <a:ext uri="{FF2B5EF4-FFF2-40B4-BE49-F238E27FC236}">
                <a16:creationId xmlns:a16="http://schemas.microsoft.com/office/drawing/2014/main" id="{2F6FB19A-5602-4C19-B3B3-3A9AC0EEAC8A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사용자 결정</a:t>
            </a:r>
          </a:p>
        </p:txBody>
      </p:sp>
      <p:sp>
        <p:nvSpPr>
          <p:cNvPr id="3" name="20">
            <a:extLst>
              <a:ext uri="{FF2B5EF4-FFF2-40B4-BE49-F238E27FC236}">
                <a16:creationId xmlns:a16="http://schemas.microsoft.com/office/drawing/2014/main" id="{C98A5550-8DA3-4CC2-A3CD-D8353E86D8AB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20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FB06C945-F2A8-45CF-B1C3-5B31452FB90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고칠 것, 그대로 둘 것, 나중에 볼 것을 구분">
            <a:extLst>
              <a:ext uri="{FF2B5EF4-FFF2-40B4-BE49-F238E27FC236}">
                <a16:creationId xmlns:a16="http://schemas.microsoft.com/office/drawing/2014/main" id="{DDD8FAC8-A9B3-4E04-9BF6-AE043567587F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고칠 것, 그대로 둘 것, 나중에 볼 것을 구분</a:t>
            </a:r>
          </a:p>
        </p:txBody>
      </p:sp>
      <p:sp>
        <p:nvSpPr>
          <p:cNvPr id="6" name="유지">
            <a:extLst>
              <a:ext uri="{FF2B5EF4-FFF2-40B4-BE49-F238E27FC236}">
                <a16:creationId xmlns:a16="http://schemas.microsoft.com/office/drawing/2014/main" id="{6844992C-98A7-461E-9155-0A4586FF557C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857500" cy="5715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유지</a:t>
            </a:r>
          </a:p>
        </p:txBody>
      </p:sp>
      <p:sp>
        <p:nvSpPr>
          <p:cNvPr id="7" name="고칠 것">
            <a:extLst>
              <a:ext uri="{FF2B5EF4-FFF2-40B4-BE49-F238E27FC236}">
                <a16:creationId xmlns:a16="http://schemas.microsoft.com/office/drawing/2014/main" id="{78E4DF90-6D66-47D3-887D-AD6E859A2FE4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고칠 것</a:t>
            </a:r>
          </a:p>
        </p:txBody>
      </p:sp>
      <p:sp>
        <p:nvSpPr>
          <p:cNvPr id="8" name="수정">
            <a:extLst>
              <a:ext uri="{FF2B5EF4-FFF2-40B4-BE49-F238E27FC236}">
                <a16:creationId xmlns:a16="http://schemas.microsoft.com/office/drawing/2014/main" id="{9596CFCF-1750-4276-B91D-5BAE010E4CFA}"/>
              </a:ext>
            </a:extLst>
          </p:cNvPr>
          <p:cNvSpPr>
            <a:spLocks noGrp="1"/>
          </p:cNvSpPr>
          <p:nvPr/>
        </p:nvSpPr>
        <p:spPr>
          <a:xfrm>
            <a:off x="4714875" y="2190750"/>
            <a:ext cx="2857500" cy="57150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수정</a:t>
            </a:r>
          </a:p>
        </p:txBody>
      </p:sp>
      <p:sp>
        <p:nvSpPr>
          <p:cNvPr id="9" name="그대로 둘 것">
            <a:extLst>
              <a:ext uri="{FF2B5EF4-FFF2-40B4-BE49-F238E27FC236}">
                <a16:creationId xmlns:a16="http://schemas.microsoft.com/office/drawing/2014/main" id="{BD589D78-D982-421C-9358-D63307079319}"/>
              </a:ext>
            </a:extLst>
          </p:cNvPr>
          <p:cNvSpPr>
            <a:spLocks noGrp="1"/>
          </p:cNvSpPr>
          <p:nvPr/>
        </p:nvSpPr>
        <p:spPr>
          <a:xfrm>
            <a:off x="4714875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그대로 둘 것</a:t>
            </a:r>
          </a:p>
        </p:txBody>
      </p:sp>
      <p:sp>
        <p:nvSpPr>
          <p:cNvPr id="10" name="보류">
            <a:extLst>
              <a:ext uri="{FF2B5EF4-FFF2-40B4-BE49-F238E27FC236}">
                <a16:creationId xmlns:a16="http://schemas.microsoft.com/office/drawing/2014/main" id="{512F3A23-E70C-4092-8DC6-1A8FAB7DEEC7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857500" cy="571500"/>
          </a:xfrm>
          <a:prstGeom prst="rect">
            <a:avLst/>
          </a:prstGeom>
          <a:solidFill>
            <a:srgbClr val="EAE5DE"/>
          </a:solidFill>
          <a:ln w="19050">
            <a:solidFill>
              <a:srgbClr val="767676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보류</a:t>
            </a:r>
          </a:p>
        </p:txBody>
      </p:sp>
      <p:sp>
        <p:nvSpPr>
          <p:cNvPr id="11" name="나중에 볼 것을 구분">
            <a:extLst>
              <a:ext uri="{FF2B5EF4-FFF2-40B4-BE49-F238E27FC236}">
                <a16:creationId xmlns:a16="http://schemas.microsoft.com/office/drawing/2014/main" id="{9A379F98-F596-4D90-A58B-7A703546C6D2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67676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나중에 볼 것을 구분</a:t>
            </a:r>
          </a:p>
        </p:txBody>
      </p:sp>
      <p:sp>
        <p:nvSpPr>
          <p:cNvPr id="12" name="선택 이유와 다음 확인 시점을 남깁니다">
            <a:extLst>
              <a:ext uri="{FF2B5EF4-FFF2-40B4-BE49-F238E27FC236}">
                <a16:creationId xmlns:a16="http://schemas.microsoft.com/office/drawing/2014/main" id="{BD518590-2303-486D-AED5-C6FF522B3591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7239000" cy="523875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57150" tIns="57150" rIns="57150" bIns="57150" anchor="ctr">
            <a:noAutofit/>
          </a:bodyPr>
          <a:lstStyle/>
          <a:p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선택 이유와 다음 확인 시점을 남깁니다</a:t>
            </a:r>
          </a:p>
        </p:txBody>
      </p:sp>
      <p:sp>
        <p:nvSpPr>
          <p:cNvPr id="13" name="직접 할 일  수정 결정표 작성">
            <a:extLst>
              <a:ext uri="{FF2B5EF4-FFF2-40B4-BE49-F238E27FC236}">
                <a16:creationId xmlns:a16="http://schemas.microsoft.com/office/drawing/2014/main" id="{DA55F06F-9299-4ACB-A2BF-13DDD1338E01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수정 결정표 작성</a:t>
            </a:r>
          </a:p>
        </p:txBody>
      </p:sp>
    </p:spTree>
    <p:extLst>
      <p:ext uri="{BB962C8B-B14F-4D97-AF65-F5344CB8AC3E}">
        <p14:creationId xmlns:p14="http://schemas.microsoft.com/office/powerpoint/2010/main" val="1327512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네 번째 요청: 선택한 부분만 고치기">
            <a:extLst>
              <a:ext uri="{FF2B5EF4-FFF2-40B4-BE49-F238E27FC236}">
                <a16:creationId xmlns:a16="http://schemas.microsoft.com/office/drawing/2014/main" id="{22D15F1B-1C7E-46F1-8B31-89AF98015D08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네 번째 요청: 선택한 부분만 고치기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7002E8C5-72E5-4CA9-8088-8A9C83C54CC9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1">
            <a:extLst>
              <a:ext uri="{FF2B5EF4-FFF2-40B4-BE49-F238E27FC236}">
                <a16:creationId xmlns:a16="http://schemas.microsoft.com/office/drawing/2014/main" id="{50AEE20D-A9C8-49C4-8706-A5DA3F86D6E3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21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1E28F2B9-2733-45D6-89DA-1F4BC44A06E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전체를 다시 만들지 않고 지정한 화면과 요소만 수정하고 같은 기준으로 재확인">
            <a:extLst>
              <a:ext uri="{FF2B5EF4-FFF2-40B4-BE49-F238E27FC236}">
                <a16:creationId xmlns:a16="http://schemas.microsoft.com/office/drawing/2014/main" id="{43E569A2-ACB7-46F4-9E28-34367A71D1F3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전체를 다시 만들지 않고 지정한 화면과 요소만 수정하고 같은 기준으로 재확인</a:t>
            </a:r>
          </a:p>
        </p:txBody>
      </p:sp>
      <p:sp>
        <p:nvSpPr>
          <p:cNvPr id="6" name="목적">
            <a:extLst>
              <a:ext uri="{FF2B5EF4-FFF2-40B4-BE49-F238E27FC236}">
                <a16:creationId xmlns:a16="http://schemas.microsoft.com/office/drawing/2014/main" id="{55C836B0-AC0E-4AF2-A9C4-B4AC5FA3E3E5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>
              <a:ext uri="{FF2B5EF4-FFF2-40B4-BE49-F238E27FC236}">
                <a16:creationId xmlns:a16="http://schemas.microsoft.com/office/drawing/2014/main" id="{21E74475-3E2E-441D-9A52-0BB9A3A71BD5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>
              <a:ext uri="{FF2B5EF4-FFF2-40B4-BE49-F238E27FC236}">
                <a16:creationId xmlns:a16="http://schemas.microsoft.com/office/drawing/2014/main" id="{6225259E-1DE6-4924-9438-CC90FC97E554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>
              <a:ext uri="{FF2B5EF4-FFF2-40B4-BE49-F238E27FC236}">
                <a16:creationId xmlns:a16="http://schemas.microsoft.com/office/drawing/2014/main" id="{DBF3AFB6-5FF0-4715-BB2A-DE6AA6379C1C}"/>
              </a:ext>
            </a:extLst>
          </p:cNvPr>
          <p:cNvSpPr>
            <a:spLocks noGrp="1"/>
          </p:cNvSpPr>
          <p:nvPr/>
        </p:nvSpPr>
        <p:spPr>
          <a:xfrm>
            <a:off x="447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>
              <a:ext uri="{FF2B5EF4-FFF2-40B4-BE49-F238E27FC236}">
                <a16:creationId xmlns:a16="http://schemas.microsoft.com/office/drawing/2014/main" id="{3F615450-C17A-4A9B-B32C-C09C0DCEEA50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>
              <a:ext uri="{FF2B5EF4-FFF2-40B4-BE49-F238E27FC236}">
                <a16:creationId xmlns:a16="http://schemas.microsoft.com/office/drawing/2014/main" id="{1F546EA7-ED77-422D-9339-2353B0FC8EC9}"/>
              </a:ext>
            </a:extLst>
          </p:cNvPr>
          <p:cNvSpPr>
            <a:spLocks noGrp="1"/>
          </p:cNvSpPr>
          <p:nvPr/>
        </p:nvSpPr>
        <p:spPr>
          <a:xfrm>
            <a:off x="828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>
              <a:ext uri="{FF2B5EF4-FFF2-40B4-BE49-F238E27FC236}">
                <a16:creationId xmlns:a16="http://schemas.microsoft.com/office/drawing/2014/main" id="{43D2F575-8BF7-4888-9F90-2CA55F724741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>
              <a:ext uri="{FF2B5EF4-FFF2-40B4-BE49-F238E27FC236}">
                <a16:creationId xmlns:a16="http://schemas.microsoft.com/office/drawing/2014/main" id="{C58DF0E0-B157-4656-A282-38DDD8E45540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>
              <a:ext uri="{FF2B5EF4-FFF2-40B4-BE49-F238E27FC236}">
                <a16:creationId xmlns:a16="http://schemas.microsoft.com/office/drawing/2014/main" id="{8F932E2A-F41B-4EE8-80E4-D869C75DDBC6}"/>
              </a:ext>
            </a:extLst>
          </p:cNvPr>
          <p:cNvSpPr>
            <a:spLocks noGrp="1"/>
          </p:cNvSpPr>
          <p:nvPr/>
        </p:nvSpPr>
        <p:spPr>
          <a:xfrm>
            <a:off x="447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>
              <a:ext uri="{FF2B5EF4-FFF2-40B4-BE49-F238E27FC236}">
                <a16:creationId xmlns:a16="http://schemas.microsoft.com/office/drawing/2014/main" id="{E7463514-9B7D-487F-88FA-D8E4E4DB722D}"/>
              </a:ext>
            </a:extLst>
          </p:cNvPr>
          <p:cNvSpPr>
            <a:spLocks noGrp="1"/>
          </p:cNvSpPr>
          <p:nvPr/>
        </p:nvSpPr>
        <p:spPr>
          <a:xfrm>
            <a:off x="447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>
              <a:ext uri="{FF2B5EF4-FFF2-40B4-BE49-F238E27FC236}">
                <a16:creationId xmlns:a16="http://schemas.microsoft.com/office/drawing/2014/main" id="{B7215BA3-DDAA-407D-913D-F409B0F7D44A}"/>
              </a:ext>
            </a:extLst>
          </p:cNvPr>
          <p:cNvSpPr>
            <a:spLocks noGrp="1"/>
          </p:cNvSpPr>
          <p:nvPr/>
        </p:nvSpPr>
        <p:spPr>
          <a:xfrm>
            <a:off x="8286750" y="3571875"/>
            <a:ext cx="1143000" cy="4000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>
              <a:ext uri="{FF2B5EF4-FFF2-40B4-BE49-F238E27FC236}">
                <a16:creationId xmlns:a16="http://schemas.microsoft.com/office/drawing/2014/main" id="{AEC38C2B-843F-4F29-A4D9-D8CE1C694724}"/>
              </a:ext>
            </a:extLst>
          </p:cNvPr>
          <p:cNvSpPr>
            <a:spLocks noGrp="1"/>
          </p:cNvSpPr>
          <p:nvPr/>
        </p:nvSpPr>
        <p:spPr>
          <a:xfrm>
            <a:off x="828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부분 수정 요청 입력">
            <a:extLst>
              <a:ext uri="{FF2B5EF4-FFF2-40B4-BE49-F238E27FC236}">
                <a16:creationId xmlns:a16="http://schemas.microsoft.com/office/drawing/2014/main" id="{82958121-57CD-4AA1-BCC5-8BDC2A47D76E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부분 수정 요청 입력</a:t>
            </a:r>
          </a:p>
        </p:txBody>
      </p:sp>
    </p:spTree>
    <p:extLst>
      <p:ext uri="{BB962C8B-B14F-4D97-AF65-F5344CB8AC3E}">
        <p14:creationId xmlns:p14="http://schemas.microsoft.com/office/powerpoint/2010/main" val="1334752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고친 뒤에는 같은 파일을 다시 열어 확인한다">
            <a:extLst>
              <a:ext uri="{FF2B5EF4-FFF2-40B4-BE49-F238E27FC236}">
                <a16:creationId xmlns:a16="http://schemas.microsoft.com/office/drawing/2014/main" id="{D8EA6988-31C8-4300-BAB5-6C509D5FA0D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고친 뒤에는 같은 파일을 다시 열어 확인한다</a:t>
            </a:r>
          </a:p>
        </p:txBody>
      </p:sp>
      <p:sp>
        <p:nvSpPr>
          <p:cNvPr id="2" name="확인">
            <a:extLst>
              <a:ext uri="{FF2B5EF4-FFF2-40B4-BE49-F238E27FC236}">
                <a16:creationId xmlns:a16="http://schemas.microsoft.com/office/drawing/2014/main" id="{D29D72FF-E84D-47CB-A489-4A3C67703B2A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3" name="22">
            <a:extLst>
              <a:ext uri="{FF2B5EF4-FFF2-40B4-BE49-F238E27FC236}">
                <a16:creationId xmlns:a16="http://schemas.microsoft.com/office/drawing/2014/main" id="{EF96C91A-B8BE-4D26-BEE3-C6FA636B63D9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22</a:t>
            </a:r>
          </a:p>
        </p:txBody>
      </p:sp>
      <p:sp>
        <p:nvSpPr>
          <p:cNvPr id="4" name="수정본과 미리보기의 버전이 같은지, 기존 문제가 해결됐는지 확인">
            <a:extLst>
              <a:ext uri="{FF2B5EF4-FFF2-40B4-BE49-F238E27FC236}">
                <a16:creationId xmlns:a16="http://schemas.microsoft.com/office/drawing/2014/main" id="{1DADFCF7-CD65-41FB-B15C-D720EF13FED9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수정본과 미리보기의 버전이 같은지, 기존 문제가 해결됐는지 확인</a:t>
            </a:r>
          </a:p>
        </p:txBody>
      </p:sp>
      <p:sp>
        <p:nvSpPr>
          <p:cNvPr id="5" name="수정본과 미리보기의 버전이 같은지">
            <a:extLst>
              <a:ext uri="{FF2B5EF4-FFF2-40B4-BE49-F238E27FC236}">
                <a16:creationId xmlns:a16="http://schemas.microsoft.com/office/drawing/2014/main" id="{A2502842-5E53-4AC5-B298-558E2634F1D7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수정본과 미리보기의 버전이 같은지</a:t>
            </a:r>
          </a:p>
        </p:txBody>
      </p:sp>
      <p:sp>
        <p:nvSpPr>
          <p:cNvPr id="6" name="기존 문제가 해결됐는지 확인">
            <a:extLst>
              <a:ext uri="{FF2B5EF4-FFF2-40B4-BE49-F238E27FC236}">
                <a16:creationId xmlns:a16="http://schemas.microsoft.com/office/drawing/2014/main" id="{4CA22818-D9A6-422B-A75E-F1228328A78D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기존 문제가 해결됐는지 확인</a:t>
            </a:r>
          </a:p>
        </p:txBody>
      </p:sp>
      <p:sp>
        <p:nvSpPr>
          <p:cNvPr id="7" name="실제 화면 열기">
            <a:extLst>
              <a:ext uri="{FF2B5EF4-FFF2-40B4-BE49-F238E27FC236}">
                <a16:creationId xmlns:a16="http://schemas.microsoft.com/office/drawing/2014/main" id="{9B0A4155-3733-418F-B7FD-08EFBA963F1D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실제 화면 열기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356287"/>
            <a:ext cx="6858000" cy="3859676"/>
          </a:xfrm>
          <a:prstGeom prst="rect">
            <a:avLst/>
          </a:prstGeom>
        </p:spPr>
      </p:pic>
      <p:sp>
        <p:nvSpPr>
          <p:cNvPr id="9" name="직접 할 일  시험 화면 2장 확정">
            <a:extLst>
              <a:ext uri="{FF2B5EF4-FFF2-40B4-BE49-F238E27FC236}">
                <a16:creationId xmlns:a16="http://schemas.microsoft.com/office/drawing/2014/main" id="{57EDDC04-9FC2-4157-B582-B1B306AE08AB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시험 화면 2장 확정</a:t>
            </a:r>
          </a:p>
        </p:txBody>
      </p:sp>
    </p:spTree>
    <p:extLst>
      <p:ext uri="{BB962C8B-B14F-4D97-AF65-F5344CB8AC3E}">
        <p14:creationId xmlns:p14="http://schemas.microsoft.com/office/powerpoint/2010/main" val="300874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전체 교안을 작업 묶음으로 나누는 이유">
            <a:extLst>
              <a:ext uri="{FF2B5EF4-FFF2-40B4-BE49-F238E27FC236}">
                <a16:creationId xmlns:a16="http://schemas.microsoft.com/office/drawing/2014/main" id="{7D5A179C-9D4D-4D8D-A2BE-65F673001A0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전체 교안을 작업 묶음으로 나누는 이유</a:t>
            </a:r>
          </a:p>
        </p:txBody>
      </p:sp>
      <p:sp>
        <p:nvSpPr>
          <p:cNvPr id="2" name="이유">
            <a:extLst>
              <a:ext uri="{FF2B5EF4-FFF2-40B4-BE49-F238E27FC236}">
                <a16:creationId xmlns:a16="http://schemas.microsoft.com/office/drawing/2014/main" id="{26C61D51-88FE-4669-A9AC-F3D2F60A2272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이유</a:t>
            </a:r>
          </a:p>
        </p:txBody>
      </p:sp>
      <p:sp>
        <p:nvSpPr>
          <p:cNvPr id="3" name="23">
            <a:extLst>
              <a:ext uri="{FF2B5EF4-FFF2-40B4-BE49-F238E27FC236}">
                <a16:creationId xmlns:a16="http://schemas.microsoft.com/office/drawing/2014/main" id="{C3425794-C365-41E0-B327-031D11323157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23</a:t>
            </a:r>
          </a:p>
        </p:txBody>
      </p:sp>
      <p:sp>
        <p:nvSpPr>
          <p:cNvPr id="4" name="한 번에 만들면 오류 원인과 바뀐 범위를 찾기 어려움">
            <a:extLst>
              <a:ext uri="{FF2B5EF4-FFF2-40B4-BE49-F238E27FC236}">
                <a16:creationId xmlns:a16="http://schemas.microsoft.com/office/drawing/2014/main" id="{B1D5E367-6D5B-41EE-961D-9C93FD6625C8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한 번에 만들면 오류 원인과 바뀐 범위를 찾기 어려움</a:t>
            </a:r>
          </a:p>
        </p:txBody>
      </p:sp>
      <p:sp>
        <p:nvSpPr>
          <p:cNvPr id="5" name="한 번에 만들면 오류 원인과 바뀐 범위를 찾기 어려움">
            <a:extLst>
              <a:ext uri="{FF2B5EF4-FFF2-40B4-BE49-F238E27FC236}">
                <a16:creationId xmlns:a16="http://schemas.microsoft.com/office/drawing/2014/main" id="{5B1E54EF-C74E-470C-9949-933273BBA85B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한 번에 만들면 오류 원인과 바뀐 범위를 찾기 어려움</a:t>
            </a:r>
          </a:p>
        </p:txBody>
      </p:sp>
      <p:sp>
        <p:nvSpPr>
          <p:cNvPr id="6" name="문제가 생기는 지점">
            <a:extLst>
              <a:ext uri="{FF2B5EF4-FFF2-40B4-BE49-F238E27FC236}">
                <a16:creationId xmlns:a16="http://schemas.microsoft.com/office/drawing/2014/main" id="{88608812-BDC2-4D3B-89BC-97FA9A1BF2D6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문제가 생기는 지점</a:t>
            </a:r>
          </a:p>
        </p:txBody>
      </p:sp>
      <p:sp>
        <p:nvSpPr>
          <p:cNvPr id="7" name="막아야 할 반복 오류">
            <a:extLst>
              <a:ext uri="{FF2B5EF4-FFF2-40B4-BE49-F238E27FC236}">
                <a16:creationId xmlns:a16="http://schemas.microsoft.com/office/drawing/2014/main" id="{0EF3CB42-E4DB-40E0-834A-8FF3585EC565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막아야 할 반복 오류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356287"/>
            <a:ext cx="6858000" cy="3859676"/>
          </a:xfrm>
          <a:prstGeom prst="rect">
            <a:avLst/>
          </a:prstGeom>
        </p:spPr>
      </p:pic>
      <p:sp>
        <p:nvSpPr>
          <p:cNvPr id="9" name="직접 할 일  작은 작업 단위 필요 이해">
            <a:extLst>
              <a:ext uri="{FF2B5EF4-FFF2-40B4-BE49-F238E27FC236}">
                <a16:creationId xmlns:a16="http://schemas.microsoft.com/office/drawing/2014/main" id="{0D1BEC18-5CB8-4477-8485-DA9E0468C9FE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작은 작업 단위 필요 이해</a:t>
            </a:r>
          </a:p>
        </p:txBody>
      </p:sp>
    </p:spTree>
    <p:extLst>
      <p:ext uri="{BB962C8B-B14F-4D97-AF65-F5344CB8AC3E}">
        <p14:creationId xmlns:p14="http://schemas.microsoft.com/office/powerpoint/2010/main" val="4241207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수업 흐름에 따라 작업 묶음 만들기">
            <a:extLst>
              <a:ext uri="{FF2B5EF4-FFF2-40B4-BE49-F238E27FC236}">
                <a16:creationId xmlns:a16="http://schemas.microsoft.com/office/drawing/2014/main" id="{598B1C84-2458-424A-B77F-2E4123811D7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67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수업 흐름에 따라 작업 묶음 만들기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59541E71-4915-4279-B3EF-B45EE618E046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4">
            <a:extLst>
              <a:ext uri="{FF2B5EF4-FFF2-40B4-BE49-F238E27FC236}">
                <a16:creationId xmlns:a16="http://schemas.microsoft.com/office/drawing/2014/main" id="{DDC0C041-D917-401B-A362-3F586881EA61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24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2CE56901-9834-48A9-B77F-80B2498FC45E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도입·핵심 설명·사례·활동·점검·마무리를 2~5장씩 묶는 방법">
            <a:extLst>
              <a:ext uri="{FF2B5EF4-FFF2-40B4-BE49-F238E27FC236}">
                <a16:creationId xmlns:a16="http://schemas.microsoft.com/office/drawing/2014/main" id="{8054ABC7-11EC-4E7A-AC06-3638763C62E1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도입·핵심 설명·사례·활동·점검·마무리를 2~5장씩 묶는 방법</a:t>
            </a: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0B57F432-F9DB-40AE-8B13-37653855BB60}"/>
              </a:ext>
            </a:extLst>
          </p:cNvPr>
          <p:cNvSpPr>
            <a:spLocks noGrp="1"/>
          </p:cNvSpPr>
          <p:nvPr/>
        </p:nvSpPr>
        <p:spPr>
          <a:xfrm>
            <a:off x="7429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도입">
            <a:extLst>
              <a:ext uri="{FF2B5EF4-FFF2-40B4-BE49-F238E27FC236}">
                <a16:creationId xmlns:a16="http://schemas.microsoft.com/office/drawing/2014/main" id="{3F73203D-F786-4B69-BAAF-FF5D91C8492A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도입</a:t>
            </a:r>
          </a:p>
        </p:txBody>
      </p:sp>
      <p:sp>
        <p:nvSpPr>
          <p:cNvPr id="8" name="→">
            <a:extLst>
              <a:ext uri="{FF2B5EF4-FFF2-40B4-BE49-F238E27FC236}">
                <a16:creationId xmlns:a16="http://schemas.microsoft.com/office/drawing/2014/main" id="{30E75F39-106C-4EC9-85CF-119FE892AA40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>
              <a:ext uri="{FF2B5EF4-FFF2-40B4-BE49-F238E27FC236}">
                <a16:creationId xmlns:a16="http://schemas.microsoft.com/office/drawing/2014/main" id="{4B432E54-13C6-46B7-87EB-430C1472127E}"/>
              </a:ext>
            </a:extLst>
          </p:cNvPr>
          <p:cNvSpPr>
            <a:spLocks noGrp="1"/>
          </p:cNvSpPr>
          <p:nvPr/>
        </p:nvSpPr>
        <p:spPr>
          <a:xfrm>
            <a:off x="36004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핵심 설명">
            <a:extLst>
              <a:ext uri="{FF2B5EF4-FFF2-40B4-BE49-F238E27FC236}">
                <a16:creationId xmlns:a16="http://schemas.microsoft.com/office/drawing/2014/main" id="{3EEFE8D0-DEDE-4177-84A0-3FC4339CB673}"/>
              </a:ext>
            </a:extLst>
          </p:cNvPr>
          <p:cNvSpPr>
            <a:spLocks noGrp="1"/>
          </p:cNvSpPr>
          <p:nvPr/>
        </p:nvSpPr>
        <p:spPr>
          <a:xfrm>
            <a:off x="35242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핵심 설명</a:t>
            </a:r>
          </a:p>
        </p:txBody>
      </p:sp>
      <p:sp>
        <p:nvSpPr>
          <p:cNvPr id="11" name="→">
            <a:extLst>
              <a:ext uri="{FF2B5EF4-FFF2-40B4-BE49-F238E27FC236}">
                <a16:creationId xmlns:a16="http://schemas.microsoft.com/office/drawing/2014/main" id="{F9B9661D-6435-467F-A322-86B068EE4E57}"/>
              </a:ext>
            </a:extLst>
          </p:cNvPr>
          <p:cNvSpPr>
            <a:spLocks noGrp="1"/>
          </p:cNvSpPr>
          <p:nvPr/>
        </p:nvSpPr>
        <p:spPr>
          <a:xfrm>
            <a:off x="59245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>
              <a:ext uri="{FF2B5EF4-FFF2-40B4-BE49-F238E27FC236}">
                <a16:creationId xmlns:a16="http://schemas.microsoft.com/office/drawing/2014/main" id="{ABFC410F-0322-48BA-85F9-E8B221B6BE7B}"/>
              </a:ext>
            </a:extLst>
          </p:cNvPr>
          <p:cNvSpPr>
            <a:spLocks noGrp="1"/>
          </p:cNvSpPr>
          <p:nvPr/>
        </p:nvSpPr>
        <p:spPr>
          <a:xfrm>
            <a:off x="64579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사례">
            <a:extLst>
              <a:ext uri="{FF2B5EF4-FFF2-40B4-BE49-F238E27FC236}">
                <a16:creationId xmlns:a16="http://schemas.microsoft.com/office/drawing/2014/main" id="{106BFA46-E7FC-4366-AAA6-3DA372F8100D}"/>
              </a:ext>
            </a:extLst>
          </p:cNvPr>
          <p:cNvSpPr>
            <a:spLocks noGrp="1"/>
          </p:cNvSpPr>
          <p:nvPr/>
        </p:nvSpPr>
        <p:spPr>
          <a:xfrm>
            <a:off x="63817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사례</a:t>
            </a:r>
          </a:p>
        </p:txBody>
      </p:sp>
      <p:sp>
        <p:nvSpPr>
          <p:cNvPr id="14" name="→">
            <a:extLst>
              <a:ext uri="{FF2B5EF4-FFF2-40B4-BE49-F238E27FC236}">
                <a16:creationId xmlns:a16="http://schemas.microsoft.com/office/drawing/2014/main" id="{FAF7CB1A-12E9-4C54-B832-0C6A86906493}"/>
              </a:ext>
            </a:extLst>
          </p:cNvPr>
          <p:cNvSpPr>
            <a:spLocks noGrp="1"/>
          </p:cNvSpPr>
          <p:nvPr/>
        </p:nvSpPr>
        <p:spPr>
          <a:xfrm>
            <a:off x="87820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>
              <a:ext uri="{FF2B5EF4-FFF2-40B4-BE49-F238E27FC236}">
                <a16:creationId xmlns:a16="http://schemas.microsoft.com/office/drawing/2014/main" id="{097C64C9-3856-4C72-B813-BCDAFC14C673}"/>
              </a:ext>
            </a:extLst>
          </p:cNvPr>
          <p:cNvSpPr>
            <a:spLocks noGrp="1"/>
          </p:cNvSpPr>
          <p:nvPr/>
        </p:nvSpPr>
        <p:spPr>
          <a:xfrm>
            <a:off x="9315450" y="2219325"/>
            <a:ext cx="495300" cy="49530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활동">
            <a:extLst>
              <a:ext uri="{FF2B5EF4-FFF2-40B4-BE49-F238E27FC236}">
                <a16:creationId xmlns:a16="http://schemas.microsoft.com/office/drawing/2014/main" id="{8C45DBE1-12D0-47C5-8C65-338FFA56F1AE}"/>
              </a:ext>
            </a:extLst>
          </p:cNvPr>
          <p:cNvSpPr>
            <a:spLocks noGrp="1"/>
          </p:cNvSpPr>
          <p:nvPr/>
        </p:nvSpPr>
        <p:spPr>
          <a:xfrm>
            <a:off x="92392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활동</a:t>
            </a:r>
          </a:p>
        </p:txBody>
      </p:sp>
      <p:sp>
        <p:nvSpPr>
          <p:cNvPr id="17" name="직접 할 일  자기 교안 제작 순서 작성">
            <a:extLst>
              <a:ext uri="{FF2B5EF4-FFF2-40B4-BE49-F238E27FC236}">
                <a16:creationId xmlns:a16="http://schemas.microsoft.com/office/drawing/2014/main" id="{DD65B14B-884F-4304-9344-D49240CC8212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자기 교안 제작 순서 작성</a:t>
            </a:r>
          </a:p>
        </p:txBody>
      </p:sp>
    </p:spTree>
    <p:extLst>
      <p:ext uri="{BB962C8B-B14F-4D97-AF65-F5344CB8AC3E}">
        <p14:creationId xmlns:p14="http://schemas.microsoft.com/office/powerpoint/2010/main" val="1071726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예시: 정치 체제 교안을 다섯 묶음으로 나누기">
            <a:extLst>
              <a:ext uri="{FF2B5EF4-FFF2-40B4-BE49-F238E27FC236}">
                <a16:creationId xmlns:a16="http://schemas.microsoft.com/office/drawing/2014/main" id="{9478814D-4A20-4240-81E3-82C7FF4C70FE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예시: 정치 체제 교안을 다섯 묶음으로 나누기</a:t>
            </a:r>
          </a:p>
        </p:txBody>
      </p:sp>
      <p:sp>
        <p:nvSpPr>
          <p:cNvPr id="2" name="DEMO">
            <a:extLst>
              <a:ext uri="{FF2B5EF4-FFF2-40B4-BE49-F238E27FC236}">
                <a16:creationId xmlns:a16="http://schemas.microsoft.com/office/drawing/2014/main" id="{718D766B-8B20-4EE3-B19B-AC7387941714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DEMO</a:t>
            </a:r>
          </a:p>
        </p:txBody>
      </p:sp>
      <p:sp>
        <p:nvSpPr>
          <p:cNvPr id="3" name="25">
            <a:extLst>
              <a:ext uri="{FF2B5EF4-FFF2-40B4-BE49-F238E27FC236}">
                <a16:creationId xmlns:a16="http://schemas.microsoft.com/office/drawing/2014/main" id="{3A13682C-B97B-43D8-A462-017B9870EBBE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25</a:t>
            </a:r>
          </a:p>
        </p:txBody>
      </p:sp>
      <p:sp>
        <p:nvSpPr>
          <p:cNvPr id="4" name="질문과 목표 → 개념과 사례 → 지표 카드 → 비교 활동 → 성찰과 점검">
            <a:extLst>
              <a:ext uri="{FF2B5EF4-FFF2-40B4-BE49-F238E27FC236}">
                <a16:creationId xmlns:a16="http://schemas.microsoft.com/office/drawing/2014/main" id="{4870CDE0-8C6A-4C13-A881-B977C3E349A7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질문과 목표 → 개념과 사례 → 지표 카드 → 비교 활동 → 성찰과 점검</a:t>
            </a:r>
          </a:p>
        </p:txBody>
      </p:sp>
      <p:sp>
        <p:nvSpPr>
          <p:cNvPr id="5" name="질문과 목표">
            <a:extLst>
              <a:ext uri="{FF2B5EF4-FFF2-40B4-BE49-F238E27FC236}">
                <a16:creationId xmlns:a16="http://schemas.microsoft.com/office/drawing/2014/main" id="{13367486-BC1C-475D-AF92-B9FCEB86F7C1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질문과 목표</a:t>
            </a:r>
          </a:p>
        </p:txBody>
      </p:sp>
      <p:sp>
        <p:nvSpPr>
          <p:cNvPr id="6" name="개념과 사례">
            <a:extLst>
              <a:ext uri="{FF2B5EF4-FFF2-40B4-BE49-F238E27FC236}">
                <a16:creationId xmlns:a16="http://schemas.microsoft.com/office/drawing/2014/main" id="{68F69AB1-08C8-47E8-BEE9-075FF79D2F5F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개념과 사례</a:t>
            </a:r>
          </a:p>
        </p:txBody>
      </p:sp>
      <p:sp>
        <p:nvSpPr>
          <p:cNvPr id="7" name="지표 카드">
            <a:extLst>
              <a:ext uri="{FF2B5EF4-FFF2-40B4-BE49-F238E27FC236}">
                <a16:creationId xmlns:a16="http://schemas.microsoft.com/office/drawing/2014/main" id="{BAE67D9F-2E6D-49C2-AA0F-D2891BD06523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지표 카드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356287"/>
            <a:ext cx="6858000" cy="3859676"/>
          </a:xfrm>
          <a:prstGeom prst="rect">
            <a:avLst/>
          </a:prstGeom>
        </p:spPr>
      </p:pic>
      <p:sp>
        <p:nvSpPr>
          <p:cNvPr id="9" name="직접 할 일  자기 작업 묶음과 비교">
            <a:extLst>
              <a:ext uri="{FF2B5EF4-FFF2-40B4-BE49-F238E27FC236}">
                <a16:creationId xmlns:a16="http://schemas.microsoft.com/office/drawing/2014/main" id="{A99ED23D-717D-43EC-92F4-BC5500D1E710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자기 작업 묶음과 비교</a:t>
            </a:r>
          </a:p>
        </p:txBody>
      </p:sp>
    </p:spTree>
    <p:extLst>
      <p:ext uri="{BB962C8B-B14F-4D97-AF65-F5344CB8AC3E}">
        <p14:creationId xmlns:p14="http://schemas.microsoft.com/office/powerpoint/2010/main" val="1841559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다섯 번째 요청: 첫 작업 묶음부터 만들고 확인하기">
            <a:extLst>
              <a:ext uri="{FF2B5EF4-FFF2-40B4-BE49-F238E27FC236}">
                <a16:creationId xmlns:a16="http://schemas.microsoft.com/office/drawing/2014/main" id="{4B7C04C0-C8D2-4131-8AA1-E1D9DC892AD2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다섯 번째 요청: 첫 작업 묶음부터 만들고 확인하기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03ED9522-1345-4D5B-8D36-8328D350A53A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6">
            <a:extLst>
              <a:ext uri="{FF2B5EF4-FFF2-40B4-BE49-F238E27FC236}">
                <a16:creationId xmlns:a16="http://schemas.microsoft.com/office/drawing/2014/main" id="{F4567EA4-50D9-4161-9269-BDE40B257F69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26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8307F19F-CA07-47D6-ADF9-BF7387A7BC8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확인된 두 화면의 규칙을 재사용하되 내용에 따라 레이아웃을 바꾸는 제작 요청">
            <a:extLst>
              <a:ext uri="{FF2B5EF4-FFF2-40B4-BE49-F238E27FC236}">
                <a16:creationId xmlns:a16="http://schemas.microsoft.com/office/drawing/2014/main" id="{2FDEAAAC-9112-4021-A48B-DBC1AB5F7D25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확인된 두 화면의 규칙을 재사용하되 내용에 따라 레이아웃을 바꾸는 제작 요청</a:t>
            </a:r>
          </a:p>
        </p:txBody>
      </p:sp>
      <p:sp>
        <p:nvSpPr>
          <p:cNvPr id="6" name="목적">
            <a:extLst>
              <a:ext uri="{FF2B5EF4-FFF2-40B4-BE49-F238E27FC236}">
                <a16:creationId xmlns:a16="http://schemas.microsoft.com/office/drawing/2014/main" id="{8218AE63-84E1-4538-B1A6-C76374AA7804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목적</a:t>
            </a:r>
          </a:p>
        </p:txBody>
      </p:sp>
      <p:sp>
        <p:nvSpPr>
          <p:cNvPr id="7" name="무엇을 만들고 확인할지">
            <a:extLst>
              <a:ext uri="{FF2B5EF4-FFF2-40B4-BE49-F238E27FC236}">
                <a16:creationId xmlns:a16="http://schemas.microsoft.com/office/drawing/2014/main" id="{1F63424F-062C-4B28-A4E7-76C5767843B5}"/>
              </a:ext>
            </a:extLst>
          </p:cNvPr>
          <p:cNvSpPr>
            <a:spLocks noGrp="1"/>
          </p:cNvSpPr>
          <p:nvPr/>
        </p:nvSpPr>
        <p:spPr>
          <a:xfrm>
            <a:off x="66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무엇을 만들고 확인할지</a:t>
            </a:r>
          </a:p>
        </p:txBody>
      </p:sp>
      <p:sp>
        <p:nvSpPr>
          <p:cNvPr id="8" name="입력">
            <a:extLst>
              <a:ext uri="{FF2B5EF4-FFF2-40B4-BE49-F238E27FC236}">
                <a16:creationId xmlns:a16="http://schemas.microsoft.com/office/drawing/2014/main" id="{1BCF3095-EF21-4F08-BD70-21D501FF992F}"/>
              </a:ext>
            </a:extLst>
          </p:cNvPr>
          <p:cNvSpPr>
            <a:spLocks noGrp="1"/>
          </p:cNvSpPr>
          <p:nvPr/>
        </p:nvSpPr>
        <p:spPr>
          <a:xfrm>
            <a:off x="447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입력</a:t>
            </a:r>
          </a:p>
        </p:txBody>
      </p:sp>
      <p:sp>
        <p:nvSpPr>
          <p:cNvPr id="9" name="실제 파일과 결정 내용">
            <a:extLst>
              <a:ext uri="{FF2B5EF4-FFF2-40B4-BE49-F238E27FC236}">
                <a16:creationId xmlns:a16="http://schemas.microsoft.com/office/drawing/2014/main" id="{E0804FBD-0131-4FC3-B39B-42586C313B95}"/>
              </a:ext>
            </a:extLst>
          </p:cNvPr>
          <p:cNvSpPr>
            <a:spLocks noGrp="1"/>
          </p:cNvSpPr>
          <p:nvPr/>
        </p:nvSpPr>
        <p:spPr>
          <a:xfrm>
            <a:off x="447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실제 파일과 결정 내용</a:t>
            </a:r>
          </a:p>
        </p:txBody>
      </p:sp>
      <p:sp>
        <p:nvSpPr>
          <p:cNvPr id="10" name="성공 기준">
            <a:extLst>
              <a:ext uri="{FF2B5EF4-FFF2-40B4-BE49-F238E27FC236}">
                <a16:creationId xmlns:a16="http://schemas.microsoft.com/office/drawing/2014/main" id="{64C205A4-7F7B-4109-955F-EBFE691CEE71}"/>
              </a:ext>
            </a:extLst>
          </p:cNvPr>
          <p:cNvSpPr>
            <a:spLocks noGrp="1"/>
          </p:cNvSpPr>
          <p:nvPr/>
        </p:nvSpPr>
        <p:spPr>
          <a:xfrm>
            <a:off x="8286750" y="2095500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성공 기준</a:t>
            </a:r>
          </a:p>
        </p:txBody>
      </p:sp>
      <p:sp>
        <p:nvSpPr>
          <p:cNvPr id="11" name="완료를 판단할 증거">
            <a:extLst>
              <a:ext uri="{FF2B5EF4-FFF2-40B4-BE49-F238E27FC236}">
                <a16:creationId xmlns:a16="http://schemas.microsoft.com/office/drawing/2014/main" id="{78AC97C0-AD07-4009-9BF3-9349096FE9CE}"/>
              </a:ext>
            </a:extLst>
          </p:cNvPr>
          <p:cNvSpPr>
            <a:spLocks noGrp="1"/>
          </p:cNvSpPr>
          <p:nvPr/>
        </p:nvSpPr>
        <p:spPr>
          <a:xfrm>
            <a:off x="8286750" y="2552700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완료를 판단할 증거</a:t>
            </a:r>
          </a:p>
        </p:txBody>
      </p:sp>
      <p:sp>
        <p:nvSpPr>
          <p:cNvPr id="12" name="조건">
            <a:extLst>
              <a:ext uri="{FF2B5EF4-FFF2-40B4-BE49-F238E27FC236}">
                <a16:creationId xmlns:a16="http://schemas.microsoft.com/office/drawing/2014/main" id="{9910ADF8-9E85-43ED-A0BE-7BFF01E43884}"/>
              </a:ext>
            </a:extLst>
          </p:cNvPr>
          <p:cNvSpPr>
            <a:spLocks noGrp="1"/>
          </p:cNvSpPr>
          <p:nvPr/>
        </p:nvSpPr>
        <p:spPr>
          <a:xfrm>
            <a:off x="66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조건</a:t>
            </a:r>
          </a:p>
        </p:txBody>
      </p:sp>
      <p:sp>
        <p:nvSpPr>
          <p:cNvPr id="13" name="임의 변경과 추측 금지">
            <a:extLst>
              <a:ext uri="{FF2B5EF4-FFF2-40B4-BE49-F238E27FC236}">
                <a16:creationId xmlns:a16="http://schemas.microsoft.com/office/drawing/2014/main" id="{22753373-642B-4868-B893-DE16824531F6}"/>
              </a:ext>
            </a:extLst>
          </p:cNvPr>
          <p:cNvSpPr>
            <a:spLocks noGrp="1"/>
          </p:cNvSpPr>
          <p:nvPr/>
        </p:nvSpPr>
        <p:spPr>
          <a:xfrm>
            <a:off x="66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임의 변경과 추측 금지</a:t>
            </a:r>
          </a:p>
        </p:txBody>
      </p:sp>
      <p:sp>
        <p:nvSpPr>
          <p:cNvPr id="14" name="출력">
            <a:extLst>
              <a:ext uri="{FF2B5EF4-FFF2-40B4-BE49-F238E27FC236}">
                <a16:creationId xmlns:a16="http://schemas.microsoft.com/office/drawing/2014/main" id="{F6BBCAFF-7BAE-451B-AE3B-83DE7B5A166B}"/>
              </a:ext>
            </a:extLst>
          </p:cNvPr>
          <p:cNvSpPr>
            <a:spLocks noGrp="1"/>
          </p:cNvSpPr>
          <p:nvPr/>
        </p:nvSpPr>
        <p:spPr>
          <a:xfrm>
            <a:off x="4476750" y="3571875"/>
            <a:ext cx="1143000" cy="40005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출력</a:t>
            </a:r>
          </a:p>
        </p:txBody>
      </p:sp>
      <p:sp>
        <p:nvSpPr>
          <p:cNvPr id="15" name="파일·미리보기·문제 기록">
            <a:extLst>
              <a:ext uri="{FF2B5EF4-FFF2-40B4-BE49-F238E27FC236}">
                <a16:creationId xmlns:a16="http://schemas.microsoft.com/office/drawing/2014/main" id="{D1FB421B-4DFD-4113-9C57-43436FA96D2A}"/>
              </a:ext>
            </a:extLst>
          </p:cNvPr>
          <p:cNvSpPr>
            <a:spLocks noGrp="1"/>
          </p:cNvSpPr>
          <p:nvPr/>
        </p:nvSpPr>
        <p:spPr>
          <a:xfrm>
            <a:off x="447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파일·미리보기·문제 기록</a:t>
            </a:r>
          </a:p>
        </p:txBody>
      </p:sp>
      <p:sp>
        <p:nvSpPr>
          <p:cNvPr id="16" name="확인">
            <a:extLst>
              <a:ext uri="{FF2B5EF4-FFF2-40B4-BE49-F238E27FC236}">
                <a16:creationId xmlns:a16="http://schemas.microsoft.com/office/drawing/2014/main" id="{64355EB9-E1AA-4915-AEB8-0F2EB2A3139D}"/>
              </a:ext>
            </a:extLst>
          </p:cNvPr>
          <p:cNvSpPr>
            <a:spLocks noGrp="1"/>
          </p:cNvSpPr>
          <p:nvPr/>
        </p:nvSpPr>
        <p:spPr>
          <a:xfrm>
            <a:off x="8286750" y="3571875"/>
            <a:ext cx="1143000" cy="4000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확인</a:t>
            </a:r>
          </a:p>
        </p:txBody>
      </p:sp>
      <p:sp>
        <p:nvSpPr>
          <p:cNvPr id="17" name="사용자가 보고 채택">
            <a:extLst>
              <a:ext uri="{FF2B5EF4-FFF2-40B4-BE49-F238E27FC236}">
                <a16:creationId xmlns:a16="http://schemas.microsoft.com/office/drawing/2014/main" id="{F6C7BC7B-E4EF-4281-B3E0-1830F3F9FB16}"/>
              </a:ext>
            </a:extLst>
          </p:cNvPr>
          <p:cNvSpPr>
            <a:spLocks noGrp="1"/>
          </p:cNvSpPr>
          <p:nvPr/>
        </p:nvSpPr>
        <p:spPr>
          <a:xfrm>
            <a:off x="8286750" y="4029075"/>
            <a:ext cx="323850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사용자가 보고 채택</a:t>
            </a:r>
          </a:p>
        </p:txBody>
      </p:sp>
      <p:sp>
        <p:nvSpPr>
          <p:cNvPr id="18" name="직접 할 일  첫 묶음 생성·확인">
            <a:extLst>
              <a:ext uri="{FF2B5EF4-FFF2-40B4-BE49-F238E27FC236}">
                <a16:creationId xmlns:a16="http://schemas.microsoft.com/office/drawing/2014/main" id="{47E24939-D39B-4743-A538-BFECD1291318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첫 묶음 생성·확인</a:t>
            </a:r>
          </a:p>
        </p:txBody>
      </p:sp>
    </p:spTree>
    <p:extLst>
      <p:ext uri="{BB962C8B-B14F-4D97-AF65-F5344CB8AC3E}">
        <p14:creationId xmlns:p14="http://schemas.microsoft.com/office/powerpoint/2010/main" val="857760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확인한 기준으로 나머지 교안 이어 만들기">
            <a:extLst>
              <a:ext uri="{FF2B5EF4-FFF2-40B4-BE49-F238E27FC236}">
                <a16:creationId xmlns:a16="http://schemas.microsoft.com/office/drawing/2014/main" id="{6BF8D20C-CCFC-41D2-A293-A8A777F6039B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확인한 기준으로 나머지 교안 이어 만들기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C44B0E1F-0023-4179-AA05-3AC05D8F4621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7">
            <a:extLst>
              <a:ext uri="{FF2B5EF4-FFF2-40B4-BE49-F238E27FC236}">
                <a16:creationId xmlns:a16="http://schemas.microsoft.com/office/drawing/2014/main" id="{4ED82801-B7BE-4065-97D4-7AED1ED13CC4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27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39F86276-E902-4B13-968A-62D1A3677C1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앞 묶음의 수정 내용을 다음 묶음에 반영하고 끝난 부분은 다시 만들지 않음">
            <a:extLst>
              <a:ext uri="{FF2B5EF4-FFF2-40B4-BE49-F238E27FC236}">
                <a16:creationId xmlns:a16="http://schemas.microsoft.com/office/drawing/2014/main" id="{FBCD2772-10CE-46CB-92BE-224828010B37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앞 묶음의 수정 내용을 다음 묶음에 반영하고 끝난 부분은 다시 만들지 않음</a:t>
            </a:r>
          </a:p>
        </p:txBody>
      </p:sp>
      <p:sp>
        <p:nvSpPr>
          <p:cNvPr id="6" name="□  앞 묶음의 수정 내용을 다음 묶음에 반영하고 끝난 부분은 다시 만들지 않음">
            <a:extLst>
              <a:ext uri="{FF2B5EF4-FFF2-40B4-BE49-F238E27FC236}">
                <a16:creationId xmlns:a16="http://schemas.microsoft.com/office/drawing/2014/main" id="{87EF5F58-72FE-4845-AE65-64153CAAEDDE}"/>
              </a:ext>
            </a:extLst>
          </p:cNvPr>
          <p:cNvSpPr>
            <a:spLocks noGrp="1"/>
          </p:cNvSpPr>
          <p:nvPr/>
        </p:nvSpPr>
        <p:spPr>
          <a:xfrm>
            <a:off x="76200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앞 묶음의 수정 내용을 다음 묶음에 반영하고 끝난 부분은 다시 만들지 않음</a:t>
            </a:r>
          </a:p>
        </p:txBody>
      </p:sp>
      <p:sp>
        <p:nvSpPr>
          <p:cNvPr id="7" name="□  입력 자료 확인">
            <a:extLst>
              <a:ext uri="{FF2B5EF4-FFF2-40B4-BE49-F238E27FC236}">
                <a16:creationId xmlns:a16="http://schemas.microsoft.com/office/drawing/2014/main" id="{15DB854F-21A0-4CA0-B4DF-D02610A064A2}"/>
              </a:ext>
            </a:extLst>
          </p:cNvPr>
          <p:cNvSpPr>
            <a:spLocks noGrp="1"/>
          </p:cNvSpPr>
          <p:nvPr/>
        </p:nvSpPr>
        <p:spPr>
          <a:xfrm>
            <a:off x="6381750" y="2047875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입력 자료 확인</a:t>
            </a:r>
          </a:p>
        </p:txBody>
      </p:sp>
      <p:sp>
        <p:nvSpPr>
          <p:cNvPr id="8" name="□  작업 범위 지정">
            <a:extLst>
              <a:ext uri="{FF2B5EF4-FFF2-40B4-BE49-F238E27FC236}">
                <a16:creationId xmlns:a16="http://schemas.microsoft.com/office/drawing/2014/main" id="{C2DAAF91-1E34-4FB5-BC5B-CBCB4952FF45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작업 범위 지정</a:t>
            </a:r>
          </a:p>
        </p:txBody>
      </p:sp>
      <p:sp>
        <p:nvSpPr>
          <p:cNvPr id="9" name="□  완료 증거 기록">
            <a:extLst>
              <a:ext uri="{FF2B5EF4-FFF2-40B4-BE49-F238E27FC236}">
                <a16:creationId xmlns:a16="http://schemas.microsoft.com/office/drawing/2014/main" id="{5CBF6EB9-2D35-4CC2-91CA-DC108B66BBCF}"/>
              </a:ext>
            </a:extLst>
          </p:cNvPr>
          <p:cNvSpPr>
            <a:spLocks noGrp="1"/>
          </p:cNvSpPr>
          <p:nvPr/>
        </p:nvSpPr>
        <p:spPr>
          <a:xfrm>
            <a:off x="6381750" y="3048000"/>
            <a:ext cx="5095875" cy="70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□  완료 증거 기록</a:t>
            </a:r>
          </a:p>
        </p:txBody>
      </p:sp>
      <p:sp>
        <p:nvSpPr>
          <p:cNvPr id="10" name="직접 할 일  전체 교안 완성">
            <a:extLst>
              <a:ext uri="{FF2B5EF4-FFF2-40B4-BE49-F238E27FC236}">
                <a16:creationId xmlns:a16="http://schemas.microsoft.com/office/drawing/2014/main" id="{5C38E0DE-AEC4-426F-98C2-5D2004F77906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전체 교안 완성</a:t>
            </a:r>
          </a:p>
        </p:txBody>
      </p:sp>
    </p:spTree>
    <p:extLst>
      <p:ext uri="{BB962C8B-B14F-4D97-AF65-F5344CB8AC3E}">
        <p14:creationId xmlns:p14="http://schemas.microsoft.com/office/powerpoint/2010/main" val="1623931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화면 문장과 강사가 말할 내용을 분리하기">
            <a:extLst>
              <a:ext uri="{FF2B5EF4-FFF2-40B4-BE49-F238E27FC236}">
                <a16:creationId xmlns:a16="http://schemas.microsoft.com/office/drawing/2014/main" id="{9A96183C-831F-4E4F-82AC-6868918BF0F3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화면 문장과 강사가 말할 내용을 분리하기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3045C6FC-1FEE-4530-99FA-4F93DE1ECAA8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28">
            <a:extLst>
              <a:ext uri="{FF2B5EF4-FFF2-40B4-BE49-F238E27FC236}">
                <a16:creationId xmlns:a16="http://schemas.microsoft.com/office/drawing/2014/main" id="{DC9E4A3B-6634-4B40-BD29-819F1BEC2595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28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9D3F6065-A7E0-47F7-8295-BCF33223DC8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화면에는 핵심, 발표 노트에는 설명·질문·예상 반응·전환 멘트">
            <a:extLst>
              <a:ext uri="{FF2B5EF4-FFF2-40B4-BE49-F238E27FC236}">
                <a16:creationId xmlns:a16="http://schemas.microsoft.com/office/drawing/2014/main" id="{0A15C70B-17EA-4A05-8E00-7CDE03FE0118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화면에는 핵심, 발표 노트에는 설명·질문·예상 반응·전환 멘트</a:t>
            </a:r>
          </a:p>
        </p:txBody>
      </p:sp>
      <p:sp>
        <p:nvSpPr>
          <p:cNvPr id="6" name="1">
            <a:extLst>
              <a:ext uri="{FF2B5EF4-FFF2-40B4-BE49-F238E27FC236}">
                <a16:creationId xmlns:a16="http://schemas.microsoft.com/office/drawing/2014/main" id="{2C50D5F7-B25D-4DC4-A442-FB258923D2D0}"/>
              </a:ext>
            </a:extLst>
          </p:cNvPr>
          <p:cNvSpPr>
            <a:spLocks noGrp="1"/>
          </p:cNvSpPr>
          <p:nvPr/>
        </p:nvSpPr>
        <p:spPr>
          <a:xfrm>
            <a:off x="7429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1</a:t>
            </a:r>
          </a:p>
        </p:txBody>
      </p:sp>
      <p:sp>
        <p:nvSpPr>
          <p:cNvPr id="7" name="화면에는 핵심">
            <a:extLst>
              <a:ext uri="{FF2B5EF4-FFF2-40B4-BE49-F238E27FC236}">
                <a16:creationId xmlns:a16="http://schemas.microsoft.com/office/drawing/2014/main" id="{FC648B8A-AA24-4B34-8AE2-7C9377EBCD32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화면에는 핵심</a:t>
            </a:r>
          </a:p>
        </p:txBody>
      </p:sp>
      <p:sp>
        <p:nvSpPr>
          <p:cNvPr id="8" name="→">
            <a:extLst>
              <a:ext uri="{FF2B5EF4-FFF2-40B4-BE49-F238E27FC236}">
                <a16:creationId xmlns:a16="http://schemas.microsoft.com/office/drawing/2014/main" id="{DD9C1E88-E5B7-4E11-AF38-66570C7EA049}"/>
              </a:ext>
            </a:extLst>
          </p:cNvPr>
          <p:cNvSpPr>
            <a:spLocks noGrp="1"/>
          </p:cNvSpPr>
          <p:nvPr/>
        </p:nvSpPr>
        <p:spPr>
          <a:xfrm>
            <a:off x="30670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9" name="2">
            <a:extLst>
              <a:ext uri="{FF2B5EF4-FFF2-40B4-BE49-F238E27FC236}">
                <a16:creationId xmlns:a16="http://schemas.microsoft.com/office/drawing/2014/main" id="{C8E04AA7-613D-48CA-89B7-8C19D4FD7783}"/>
              </a:ext>
            </a:extLst>
          </p:cNvPr>
          <p:cNvSpPr>
            <a:spLocks noGrp="1"/>
          </p:cNvSpPr>
          <p:nvPr/>
        </p:nvSpPr>
        <p:spPr>
          <a:xfrm>
            <a:off x="36004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2</a:t>
            </a:r>
          </a:p>
        </p:txBody>
      </p:sp>
      <p:sp>
        <p:nvSpPr>
          <p:cNvPr id="10" name="발표 노트에는 설명">
            <a:extLst>
              <a:ext uri="{FF2B5EF4-FFF2-40B4-BE49-F238E27FC236}">
                <a16:creationId xmlns:a16="http://schemas.microsoft.com/office/drawing/2014/main" id="{7D1597C3-FB17-467C-B4F4-44ACF0FCB726}"/>
              </a:ext>
            </a:extLst>
          </p:cNvPr>
          <p:cNvSpPr>
            <a:spLocks noGrp="1"/>
          </p:cNvSpPr>
          <p:nvPr/>
        </p:nvSpPr>
        <p:spPr>
          <a:xfrm>
            <a:off x="35242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발표 노트에는 설명</a:t>
            </a:r>
          </a:p>
        </p:txBody>
      </p:sp>
      <p:sp>
        <p:nvSpPr>
          <p:cNvPr id="11" name="→">
            <a:extLst>
              <a:ext uri="{FF2B5EF4-FFF2-40B4-BE49-F238E27FC236}">
                <a16:creationId xmlns:a16="http://schemas.microsoft.com/office/drawing/2014/main" id="{87548D10-8DBE-4CAA-AA2F-D69BEA426AFB}"/>
              </a:ext>
            </a:extLst>
          </p:cNvPr>
          <p:cNvSpPr>
            <a:spLocks noGrp="1"/>
          </p:cNvSpPr>
          <p:nvPr/>
        </p:nvSpPr>
        <p:spPr>
          <a:xfrm>
            <a:off x="59245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2" name="3">
            <a:extLst>
              <a:ext uri="{FF2B5EF4-FFF2-40B4-BE49-F238E27FC236}">
                <a16:creationId xmlns:a16="http://schemas.microsoft.com/office/drawing/2014/main" id="{330E46CB-CD64-4231-90BC-8AD268F3AFBF}"/>
              </a:ext>
            </a:extLst>
          </p:cNvPr>
          <p:cNvSpPr>
            <a:spLocks noGrp="1"/>
          </p:cNvSpPr>
          <p:nvPr/>
        </p:nvSpPr>
        <p:spPr>
          <a:xfrm>
            <a:off x="6457950" y="2219325"/>
            <a:ext cx="495300" cy="4953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3</a:t>
            </a:r>
          </a:p>
        </p:txBody>
      </p:sp>
      <p:sp>
        <p:nvSpPr>
          <p:cNvPr id="13" name="질문">
            <a:extLst>
              <a:ext uri="{FF2B5EF4-FFF2-40B4-BE49-F238E27FC236}">
                <a16:creationId xmlns:a16="http://schemas.microsoft.com/office/drawing/2014/main" id="{221D7A02-DF78-465B-84A6-A8DC3442637F}"/>
              </a:ext>
            </a:extLst>
          </p:cNvPr>
          <p:cNvSpPr>
            <a:spLocks noGrp="1"/>
          </p:cNvSpPr>
          <p:nvPr/>
        </p:nvSpPr>
        <p:spPr>
          <a:xfrm>
            <a:off x="63817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질문</a:t>
            </a:r>
          </a:p>
        </p:txBody>
      </p:sp>
      <p:sp>
        <p:nvSpPr>
          <p:cNvPr id="14" name="→">
            <a:extLst>
              <a:ext uri="{FF2B5EF4-FFF2-40B4-BE49-F238E27FC236}">
                <a16:creationId xmlns:a16="http://schemas.microsoft.com/office/drawing/2014/main" id="{AAF348CE-EDD6-44F3-A881-0E8E00923A00}"/>
              </a:ext>
            </a:extLst>
          </p:cNvPr>
          <p:cNvSpPr>
            <a:spLocks noGrp="1"/>
          </p:cNvSpPr>
          <p:nvPr/>
        </p:nvSpPr>
        <p:spPr>
          <a:xfrm>
            <a:off x="8782050" y="3238500"/>
            <a:ext cx="438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→</a:t>
            </a:r>
          </a:p>
        </p:txBody>
      </p:sp>
      <p:sp>
        <p:nvSpPr>
          <p:cNvPr id="15" name="4">
            <a:extLst>
              <a:ext uri="{FF2B5EF4-FFF2-40B4-BE49-F238E27FC236}">
                <a16:creationId xmlns:a16="http://schemas.microsoft.com/office/drawing/2014/main" id="{CDBE805C-D9FF-4B20-AF48-D3356FF15F4B}"/>
              </a:ext>
            </a:extLst>
          </p:cNvPr>
          <p:cNvSpPr>
            <a:spLocks noGrp="1"/>
          </p:cNvSpPr>
          <p:nvPr/>
        </p:nvSpPr>
        <p:spPr>
          <a:xfrm>
            <a:off x="9315450" y="2219325"/>
            <a:ext cx="495300" cy="49530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def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5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4</a:t>
            </a:r>
          </a:p>
        </p:txBody>
      </p:sp>
      <p:sp>
        <p:nvSpPr>
          <p:cNvPr id="16" name="예상 반응">
            <a:extLst>
              <a:ext uri="{FF2B5EF4-FFF2-40B4-BE49-F238E27FC236}">
                <a16:creationId xmlns:a16="http://schemas.microsoft.com/office/drawing/2014/main" id="{3194240F-DDCA-47AF-B7A3-F0B67E28B648}"/>
              </a:ext>
            </a:extLst>
          </p:cNvPr>
          <p:cNvSpPr>
            <a:spLocks noGrp="1"/>
          </p:cNvSpPr>
          <p:nvPr/>
        </p:nvSpPr>
        <p:spPr>
          <a:xfrm>
            <a:off x="9239250" y="2905125"/>
            <a:ext cx="2381250" cy="142875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133350" tIns="133350" rIns="133350" bIns="13335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예상 반응</a:t>
            </a:r>
          </a:p>
        </p:txBody>
      </p:sp>
      <p:sp>
        <p:nvSpPr>
          <p:cNvPr id="17" name="직접 할 일  발표 노트 작성">
            <a:extLst>
              <a:ext uri="{FF2B5EF4-FFF2-40B4-BE49-F238E27FC236}">
                <a16:creationId xmlns:a16="http://schemas.microsoft.com/office/drawing/2014/main" id="{2E6BE652-6BF2-4516-87A2-0CFD461EC6CC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발표 노트 작성</a:t>
            </a:r>
          </a:p>
        </p:txBody>
      </p:sp>
    </p:spTree>
    <p:extLst>
      <p:ext uri="{BB962C8B-B14F-4D97-AF65-F5344CB8AC3E}">
        <p14:creationId xmlns:p14="http://schemas.microsoft.com/office/powerpoint/2010/main" val="349650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움직임·이미지·영상은 학습을 도울 때만 넣기">
            <a:extLst>
              <a:ext uri="{FF2B5EF4-FFF2-40B4-BE49-F238E27FC236}">
                <a16:creationId xmlns:a16="http://schemas.microsoft.com/office/drawing/2014/main" id="{2B3D0A46-C9C4-4549-8748-DB6E87C55C4F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움직임·이미지·영상은 학습을 도울 때만 넣기</a:t>
            </a:r>
          </a:p>
        </p:txBody>
      </p:sp>
      <p:sp>
        <p:nvSpPr>
          <p:cNvPr id="2" name="사용자 결정">
            <a:extLst>
              <a:ext uri="{FF2B5EF4-FFF2-40B4-BE49-F238E27FC236}">
                <a16:creationId xmlns:a16="http://schemas.microsoft.com/office/drawing/2014/main" id="{DC6E581C-C4B2-45A7-B809-08766F252724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사용자 결정</a:t>
            </a:r>
          </a:p>
        </p:txBody>
      </p:sp>
      <p:sp>
        <p:nvSpPr>
          <p:cNvPr id="3" name="29">
            <a:extLst>
              <a:ext uri="{FF2B5EF4-FFF2-40B4-BE49-F238E27FC236}">
                <a16:creationId xmlns:a16="http://schemas.microsoft.com/office/drawing/2014/main" id="{B132B1E4-617E-41E0-B211-40D265AF93ED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29</a:t>
            </a:r>
          </a:p>
        </p:txBody>
      </p:sp>
      <p:sp>
        <p:nvSpPr>
          <p:cNvPr id="4" name="핵심">
            <a:extLst>
              <a:ext uri="{FF2B5EF4-FFF2-40B4-BE49-F238E27FC236}">
                <a16:creationId xmlns:a16="http://schemas.microsoft.com/office/drawing/2014/main" id="{AD54A8D6-CF40-4619-BB8B-FB0086FAB9A8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1000125" cy="3619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핵심</a:t>
            </a:r>
          </a:p>
        </p:txBody>
      </p:sp>
      <p:sp>
        <p:nvSpPr>
          <p:cNvPr id="5" name="설명 순서·비교·상태 변화를 돕는 움직임, 자료의 출처·사용 조건·대체 방법">
            <a:extLst>
              <a:ext uri="{FF2B5EF4-FFF2-40B4-BE49-F238E27FC236}">
                <a16:creationId xmlns:a16="http://schemas.microsoft.com/office/drawing/2014/main" id="{DA45162C-A4D6-4329-8F85-697ACB3006C0}"/>
              </a:ext>
            </a:extLst>
          </p:cNvPr>
          <p:cNvSpPr>
            <a:spLocks noGrp="1"/>
          </p:cNvSpPr>
          <p:nvPr/>
        </p:nvSpPr>
        <p:spPr>
          <a:xfrm>
            <a:off x="1857375" y="1190625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02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설명 순서·비교·상태 변화를 돕는 움직임, 자료의 출처·사용 조건·대체 방법</a:t>
            </a:r>
          </a:p>
        </p:txBody>
      </p:sp>
      <p:sp>
        <p:nvSpPr>
          <p:cNvPr id="6" name="유지">
            <a:extLst>
              <a:ext uri="{FF2B5EF4-FFF2-40B4-BE49-F238E27FC236}">
                <a16:creationId xmlns:a16="http://schemas.microsoft.com/office/drawing/2014/main" id="{AA3D4CF4-68FF-4755-881D-666097B4A74E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2857500" cy="571500"/>
          </a:xfrm>
          <a:prstGeom prst="rect">
            <a:avLst/>
          </a:prstGeom>
          <a:solidFill>
            <a:srgbClr val="DCE6EC"/>
          </a:solidFill>
          <a:ln w="19050">
            <a:solidFill>
              <a:srgbClr val="516E83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유지</a:t>
            </a:r>
          </a:p>
        </p:txBody>
      </p:sp>
      <p:sp>
        <p:nvSpPr>
          <p:cNvPr id="7" name="설명 순서">
            <a:extLst>
              <a:ext uri="{FF2B5EF4-FFF2-40B4-BE49-F238E27FC236}">
                <a16:creationId xmlns:a16="http://schemas.microsoft.com/office/drawing/2014/main" id="{9BE02EE5-1AB4-4B39-85A1-0EF9DA149CD2}"/>
              </a:ext>
            </a:extLst>
          </p:cNvPr>
          <p:cNvSpPr>
            <a:spLocks noGrp="1"/>
          </p:cNvSpPr>
          <p:nvPr/>
        </p:nvSpPr>
        <p:spPr>
          <a:xfrm>
            <a:off x="952500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설명 순서</a:t>
            </a:r>
          </a:p>
        </p:txBody>
      </p:sp>
      <p:sp>
        <p:nvSpPr>
          <p:cNvPr id="8" name="수정">
            <a:extLst>
              <a:ext uri="{FF2B5EF4-FFF2-40B4-BE49-F238E27FC236}">
                <a16:creationId xmlns:a16="http://schemas.microsoft.com/office/drawing/2014/main" id="{B57716C4-DF5E-4D77-A6EC-03FD353384E1}"/>
              </a:ext>
            </a:extLst>
          </p:cNvPr>
          <p:cNvSpPr>
            <a:spLocks noGrp="1"/>
          </p:cNvSpPr>
          <p:nvPr/>
        </p:nvSpPr>
        <p:spPr>
          <a:xfrm>
            <a:off x="4714875" y="2190750"/>
            <a:ext cx="2857500" cy="57150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수정</a:t>
            </a:r>
          </a:p>
        </p:txBody>
      </p:sp>
      <p:sp>
        <p:nvSpPr>
          <p:cNvPr id="9" name="비교">
            <a:extLst>
              <a:ext uri="{FF2B5EF4-FFF2-40B4-BE49-F238E27FC236}">
                <a16:creationId xmlns:a16="http://schemas.microsoft.com/office/drawing/2014/main" id="{52671AC1-6379-4282-939F-73E19BE85F96}"/>
              </a:ext>
            </a:extLst>
          </p:cNvPr>
          <p:cNvSpPr>
            <a:spLocks noGrp="1"/>
          </p:cNvSpPr>
          <p:nvPr/>
        </p:nvSpPr>
        <p:spPr>
          <a:xfrm>
            <a:off x="4714875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비교</a:t>
            </a:r>
          </a:p>
        </p:txBody>
      </p:sp>
      <p:sp>
        <p:nvSpPr>
          <p:cNvPr id="10" name="보류">
            <a:extLst>
              <a:ext uri="{FF2B5EF4-FFF2-40B4-BE49-F238E27FC236}">
                <a16:creationId xmlns:a16="http://schemas.microsoft.com/office/drawing/2014/main" id="{0EB2AC78-F654-4F26-880F-C7C19613E9D4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857500" cy="571500"/>
          </a:xfrm>
          <a:prstGeom prst="rect">
            <a:avLst/>
          </a:prstGeom>
          <a:solidFill>
            <a:srgbClr val="EAE5DE"/>
          </a:solidFill>
          <a:ln w="19050">
            <a:solidFill>
              <a:srgbClr val="767676"/>
            </a:solidFill>
          </a:ln>
        </p:spPr>
        <p:txBody>
          <a:bodyPr wrap="square" lIns="47625" tIns="47625" rIns="47625" bIns="47625" anchor="ctr">
            <a:noAutofit/>
          </a:bodyPr>
          <a:lstStyle/>
          <a:p>
            <a:pPr algn="ctr">
              <a:def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2100" b="1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보류</a:t>
            </a:r>
          </a:p>
        </p:txBody>
      </p:sp>
      <p:sp>
        <p:nvSpPr>
          <p:cNvPr id="11" name="상태 변화를 돕는 움직임">
            <a:extLst>
              <a:ext uri="{FF2B5EF4-FFF2-40B4-BE49-F238E27FC236}">
                <a16:creationId xmlns:a16="http://schemas.microsoft.com/office/drawing/2014/main" id="{2C041660-86DA-47C8-B6CE-6C5AC9AFE76D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857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767676"/>
            </a:solidFill>
          </a:ln>
        </p:spPr>
        <p:txBody>
          <a:bodyPr wrap="square" lIns="152400" tIns="152400" rIns="152400" bIns="152400" anchor="ctr">
            <a:no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상태 변화를 돕는 움직임</a:t>
            </a:r>
          </a:p>
        </p:txBody>
      </p:sp>
      <p:sp>
        <p:nvSpPr>
          <p:cNvPr id="12" name="선택 이유와 다음 확인 시점을 남깁니다">
            <a:extLst>
              <a:ext uri="{FF2B5EF4-FFF2-40B4-BE49-F238E27FC236}">
                <a16:creationId xmlns:a16="http://schemas.microsoft.com/office/drawing/2014/main" id="{B7B0C94C-C70A-479D-9960-3AC83C4D157E}"/>
              </a:ext>
            </a:extLst>
          </p:cNvPr>
          <p:cNvSpPr>
            <a:spLocks noGrp="1"/>
          </p:cNvSpPr>
          <p:nvPr/>
        </p:nvSpPr>
        <p:spPr>
          <a:xfrm>
            <a:off x="2476500" y="4762500"/>
            <a:ext cx="7239000" cy="523875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57150" tIns="57150" rIns="57150" bIns="57150" anchor="ctr">
            <a:noAutofit/>
          </a:bodyPr>
          <a:lstStyle/>
          <a:p>
            <a:pPr algn="ctr">
              <a:def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7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선택 이유와 다음 확인 시점을 남깁니다</a:t>
            </a:r>
          </a:p>
        </p:txBody>
      </p:sp>
      <p:sp>
        <p:nvSpPr>
          <p:cNvPr id="13" name="직접 할 일  사용할 시각자료와 움직임 선택">
            <a:extLst>
              <a:ext uri="{FF2B5EF4-FFF2-40B4-BE49-F238E27FC236}">
                <a16:creationId xmlns:a16="http://schemas.microsoft.com/office/drawing/2014/main" id="{81417CC6-9690-4E34-9EFC-6FB48FDE22F5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사용할 시각자료와 움직임 선택</a:t>
            </a:r>
          </a:p>
        </p:txBody>
      </p:sp>
    </p:spTree>
    <p:extLst>
      <p:ext uri="{BB962C8B-B14F-4D97-AF65-F5344CB8AC3E}">
        <p14:creationId xmlns:p14="http://schemas.microsoft.com/office/powerpoint/2010/main" val="876177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학습자 자료와 강사 자료를 따로 만들기">
            <a:extLst>
              <a:ext uri="{FF2B5EF4-FFF2-40B4-BE49-F238E27FC236}">
                <a16:creationId xmlns:a16="http://schemas.microsoft.com/office/drawing/2014/main" id="{B224B8D7-C221-4A5C-84FF-4F8260EF7B32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3225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학습자 자료와 강사 자료를 따로 만들기</a:t>
            </a:r>
          </a:p>
        </p:txBody>
      </p:sp>
      <p:sp>
        <p:nvSpPr>
          <p:cNvPr id="2" name="실습">
            <a:extLst>
              <a:ext uri="{FF2B5EF4-FFF2-40B4-BE49-F238E27FC236}">
                <a16:creationId xmlns:a16="http://schemas.microsoft.com/office/drawing/2014/main" id="{C6EA08D1-FEB4-4352-AD87-70B0FC0AA563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45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실습</a:t>
            </a:r>
          </a:p>
        </p:txBody>
      </p:sp>
      <p:sp>
        <p:nvSpPr>
          <p:cNvPr id="3" name="30">
            <a:extLst>
              <a:ext uri="{FF2B5EF4-FFF2-40B4-BE49-F238E27FC236}">
                <a16:creationId xmlns:a16="http://schemas.microsoft.com/office/drawing/2014/main" id="{73F70146-A754-4F9F-BC3B-5B34ADF5044A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30</a:t>
            </a:r>
          </a:p>
        </p:txBody>
      </p:sp>
      <p:sp>
        <p:nvSpPr>
          <p:cNvPr id="4" name="활동 목적·수행 순서·제출 형식·자가점검, 강사 진행 순서·정답·문제 대응">
            <a:extLst>
              <a:ext uri="{FF2B5EF4-FFF2-40B4-BE49-F238E27FC236}">
                <a16:creationId xmlns:a16="http://schemas.microsoft.com/office/drawing/2014/main" id="{B7F1B647-C0A7-4CF9-9C8B-D08CF903F030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활동 목적·수행 순서·제출 형식·자가점검, 강사 진행 순서·정답·문제 대응</a:t>
            </a:r>
          </a:p>
        </p:txBody>
      </p:sp>
      <p:sp>
        <p:nvSpPr>
          <p:cNvPr id="5" name="활동 목적">
            <a:extLst>
              <a:ext uri="{FF2B5EF4-FFF2-40B4-BE49-F238E27FC236}">
                <a16:creationId xmlns:a16="http://schemas.microsoft.com/office/drawing/2014/main" id="{DE988E24-FEA0-4E3F-8ABC-64204CF2CA2F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활동 목적</a:t>
            </a:r>
          </a:p>
        </p:txBody>
      </p:sp>
      <p:sp>
        <p:nvSpPr>
          <p:cNvPr id="6" name="수행 순서">
            <a:extLst>
              <a:ext uri="{FF2B5EF4-FFF2-40B4-BE49-F238E27FC236}">
                <a16:creationId xmlns:a16="http://schemas.microsoft.com/office/drawing/2014/main" id="{10836DDA-58E1-4258-8EEF-BF47E71891F0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수행 순서</a:t>
            </a:r>
          </a:p>
        </p:txBody>
      </p:sp>
      <p:sp>
        <p:nvSpPr>
          <p:cNvPr id="7" name="제출 형식">
            <a:extLst>
              <a:ext uri="{FF2B5EF4-FFF2-40B4-BE49-F238E27FC236}">
                <a16:creationId xmlns:a16="http://schemas.microsoft.com/office/drawing/2014/main" id="{DF06C4CC-A006-474A-9717-ACD41B18289B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제출 형식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356287"/>
            <a:ext cx="6858000" cy="3859676"/>
          </a:xfrm>
          <a:prstGeom prst="rect">
            <a:avLst/>
          </a:prstGeom>
        </p:spPr>
      </p:pic>
      <p:sp>
        <p:nvSpPr>
          <p:cNvPr id="9" name="직접 할 일  필요한 자료 제작·연결">
            <a:extLst>
              <a:ext uri="{FF2B5EF4-FFF2-40B4-BE49-F238E27FC236}">
                <a16:creationId xmlns:a16="http://schemas.microsoft.com/office/drawing/2014/main" id="{E8A99EBD-80C3-4A57-BED0-E61ACB476C22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필요한 자료 제작·연결</a:t>
            </a:r>
          </a:p>
        </p:txBody>
      </p:sp>
    </p:spTree>
    <p:extLst>
      <p:ext uri="{BB962C8B-B14F-4D97-AF65-F5344CB8AC3E}">
        <p14:creationId xmlns:p14="http://schemas.microsoft.com/office/powerpoint/2010/main" val="8677330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실제 수업 환경에서 열어 보고 완성 상태 기록하기">
            <a:extLst>
              <a:ext uri="{FF2B5EF4-FFF2-40B4-BE49-F238E27FC236}">
                <a16:creationId xmlns:a16="http://schemas.microsoft.com/office/drawing/2014/main" id="{64B2EE1D-CB07-4BA3-BB59-601E00A27109}"/>
              </a:ext>
            </a:extLst>
          </p:cNvPr>
          <p:cNvSpPr>
            <a:spLocks noGrp="1"/>
          </p:cNvSpPr>
          <p:nvPr/>
        </p:nvSpPr>
        <p:spPr>
          <a:xfrm>
            <a:off x="590550" y="323850"/>
            <a:ext cx="9525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defRPr>
            </a:pPr>
            <a:r>
              <a:rPr sz="2850" b="0">
                <a:solidFill>
                  <a:srgbClr val="242424"/>
                </a:solidFill>
                <a:latin typeface="KCC-Murukmuruk"/>
                <a:ea typeface="KCC-Murukmuruk"/>
                <a:cs typeface="KCC-Murukmuruk"/>
              </a:rPr>
              <a:t>실제 수업 환경에서 열어 보고 완성 상태 기록하기</a:t>
            </a:r>
          </a:p>
        </p:txBody>
      </p:sp>
      <p:sp>
        <p:nvSpPr>
          <p:cNvPr id="2" name="정리">
            <a:extLst>
              <a:ext uri="{FF2B5EF4-FFF2-40B4-BE49-F238E27FC236}">
                <a16:creationId xmlns:a16="http://schemas.microsoft.com/office/drawing/2014/main" id="{51F48265-726C-4A99-B8DA-6EF52D008279}"/>
              </a:ext>
            </a:extLst>
          </p:cNvPr>
          <p:cNvSpPr>
            <a:spLocks noGrp="1"/>
          </p:cNvSpPr>
          <p:nvPr/>
        </p:nvSpPr>
        <p:spPr>
          <a:xfrm>
            <a:off x="10001250" y="390525"/>
            <a:ext cx="1524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28575" tIns="28575" rIns="28575" bIns="28575" anchor="ctr">
            <a:noAutofit/>
          </a:bodyPr>
          <a:lstStyle/>
          <a:p>
            <a:pPr algn="ctr">
              <a:def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50" b="0">
                <a:solidFill>
                  <a:srgbClr val="516E83"/>
                </a:solidFill>
                <a:latin typeface="GriunXHangeul OCHUNGI.KIM"/>
                <a:ea typeface="GriunXHangeul OCHUNGI.KIM"/>
                <a:cs typeface="GriunXHangeul OCHUNGI.KIM"/>
              </a:rPr>
              <a:t>정리</a:t>
            </a:r>
          </a:p>
        </p:txBody>
      </p:sp>
      <p:sp>
        <p:nvSpPr>
          <p:cNvPr id="3" name="31">
            <a:extLst>
              <a:ext uri="{FF2B5EF4-FFF2-40B4-BE49-F238E27FC236}">
                <a16:creationId xmlns:a16="http://schemas.microsoft.com/office/drawing/2014/main" id="{5F709EEE-F83F-4C8E-A23A-D9E39AFFFA4E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361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613" b="0">
                <a:solidFill>
                  <a:srgbClr val="767676"/>
                </a:solidFill>
                <a:latin typeface="GriunXHangeul OCHUNGI.KIM"/>
                <a:ea typeface="GriunXHangeul OCHUNGI.KIM"/>
                <a:cs typeface="GriunXHangeul OCHUNGI.KIM"/>
              </a:rPr>
              <a:t>31</a:t>
            </a:r>
          </a:p>
        </p:txBody>
      </p:sp>
      <p:sp>
        <p:nvSpPr>
          <p:cNvPr id="4" name="프로젝터·노트북·키보드·링크·PDF/PPTX·인터넷 없는 백업을 실제로 확인">
            <a:extLst>
              <a:ext uri="{FF2B5EF4-FFF2-40B4-BE49-F238E27FC236}">
                <a16:creationId xmlns:a16="http://schemas.microsoft.com/office/drawing/2014/main" id="{BC964A4B-E174-4C32-9AB5-BD4F30A37D4E}"/>
              </a:ext>
            </a:extLst>
          </p:cNvPr>
          <p:cNvSpPr>
            <a:spLocks noGrp="1"/>
          </p:cNvSpPr>
          <p:nvPr/>
        </p:nvSpPr>
        <p:spPr>
          <a:xfrm>
            <a:off x="666750" y="1219200"/>
            <a:ext cx="4857750" cy="1314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950" b="1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프로젝터·노트북·키보드·링크·PDF/PPTX·인터넷 없는 백업을 실제로 확인</a:t>
            </a:r>
          </a:p>
        </p:txBody>
      </p:sp>
      <p:sp>
        <p:nvSpPr>
          <p:cNvPr id="5" name="프로젝터">
            <a:extLst>
              <a:ext uri="{FF2B5EF4-FFF2-40B4-BE49-F238E27FC236}">
                <a16:creationId xmlns:a16="http://schemas.microsoft.com/office/drawing/2014/main" id="{220C4B73-8BD8-46DF-A9A9-7F86AE2401F6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프로젝터</a:t>
            </a:r>
          </a:p>
        </p:txBody>
      </p:sp>
      <p:sp>
        <p:nvSpPr>
          <p:cNvPr id="6" name="노트북">
            <a:extLst>
              <a:ext uri="{FF2B5EF4-FFF2-40B4-BE49-F238E27FC236}">
                <a16:creationId xmlns:a16="http://schemas.microsoft.com/office/drawing/2014/main" id="{792FD2CC-2D8B-44F6-B440-6D3545EDA15C}"/>
              </a:ext>
            </a:extLst>
          </p:cNvPr>
          <p:cNvSpPr>
            <a:spLocks noGrp="1"/>
          </p:cNvSpPr>
          <p:nvPr/>
        </p:nvSpPr>
        <p:spPr>
          <a:xfrm>
            <a:off x="666750" y="3371850"/>
            <a:ext cx="409575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516E83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0">
                <a:solidFill>
                  <a:srgbClr val="242424"/>
                </a:solidFill>
                <a:latin typeface="GriunXHangeul OCHUNGI.KIM"/>
                <a:ea typeface="GriunXHangeul OCHUNGI.KIM"/>
                <a:cs typeface="GriunXHangeul OCHUNGI.KIM"/>
              </a:rPr>
              <a:t>노트북</a:t>
            </a:r>
          </a:p>
        </p:txBody>
      </p:sp>
      <p:sp>
        <p:nvSpPr>
          <p:cNvPr id="7" name="키보드">
            <a:extLst>
              <a:ext uri="{FF2B5EF4-FFF2-40B4-BE49-F238E27FC236}">
                <a16:creationId xmlns:a16="http://schemas.microsoft.com/office/drawing/2014/main" id="{0FB4FA66-CD0E-4BCC-A165-B0BA2F6F1319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4095750" cy="552450"/>
          </a:xfrm>
          <a:prstGeom prst="rect">
            <a:avLst/>
          </a:prstGeom>
          <a:solidFill>
            <a:srgbClr val="F3DEDB"/>
          </a:solidFill>
          <a:ln w="19050">
            <a:solidFill>
              <a:srgbClr val="B84F45"/>
            </a:solidFill>
          </a:ln>
        </p:spPr>
        <p:txBody>
          <a:bodyPr wrap="square" lIns="114300" tIns="114300" rIns="114300" bIns="114300" anchor="ctr">
            <a:noAutofit/>
          </a:bodyPr>
          <a:lstStyle/>
          <a:p>
            <a:pPr algn="l">
              <a:def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725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키보드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2500" y="1356287"/>
            <a:ext cx="6858000" cy="3859676"/>
          </a:xfrm>
          <a:prstGeom prst="rect">
            <a:avLst/>
          </a:prstGeom>
        </p:spPr>
      </p:pic>
      <p:sp>
        <p:nvSpPr>
          <p:cNvPr id="9" name="직접 할 일  사용할 파일과 남은 문제 기록">
            <a:extLst>
              <a:ext uri="{FF2B5EF4-FFF2-40B4-BE49-F238E27FC236}">
                <a16:creationId xmlns:a16="http://schemas.microsoft.com/office/drawing/2014/main" id="{A3165101-81A9-4D82-A53E-5F6C5BAF63CE}"/>
              </a:ext>
            </a:extLst>
          </p:cNvPr>
          <p:cNvSpPr>
            <a:spLocks noGrp="1"/>
          </p:cNvSpPr>
          <p:nvPr/>
        </p:nvSpPr>
        <p:spPr>
          <a:xfrm>
            <a:off x="1428750" y="5667375"/>
            <a:ext cx="9334500" cy="514350"/>
          </a:xfrm>
          <a:prstGeom prst="rect">
            <a:avLst/>
          </a:prstGeom>
          <a:solidFill>
            <a:srgbClr val="F6F3EF"/>
          </a:solidFill>
          <a:ln w="19050">
            <a:solidFill>
              <a:srgbClr val="B84F45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defRPr>
            </a:pPr>
            <a:r>
              <a:rPr sz="1800" b="1">
                <a:solidFill>
                  <a:srgbClr val="B84F45"/>
                </a:solidFill>
                <a:latin typeface="GriunXHangeul OCHUNGI.KIM"/>
                <a:ea typeface="GriunXHangeul OCHUNGI.KIM"/>
                <a:cs typeface="GriunXHangeul OCHUNGI.KIM"/>
              </a:rPr>
              <a:t>직접 할 일  사용할 파일과 남은 문제 기록</a:t>
            </a:r>
          </a:p>
        </p:txBody>
      </p:sp>
    </p:spTree>
    <p:extLst>
      <p:ext uri="{BB962C8B-B14F-4D97-AF65-F5344CB8AC3E}">
        <p14:creationId xmlns:p14="http://schemas.microsoft.com/office/powerpoint/2010/main" val="4518131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5347</Words>
  <Application>Microsoft Office PowerPoint</Application>
  <DocSecurity>0</DocSecurity>
  <PresentationFormat>와이드스크린</PresentationFormat>
  <Paragraphs>455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5" baseType="lpstr">
      <vt:lpstr>GriunXHangeul OCHUNGI.KIM</vt:lpstr>
      <vt:lpstr>KCC-Murukmuruk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jisu</cp:lastModifiedBy>
  <cp:revision>4</cp:revision>
  <dcterms:created xsi:type="dcterms:W3CDTF">2026-09-17T00:27:27Z</dcterms:created>
  <dcterms:modified xsi:type="dcterms:W3CDTF">2026-09-17T06:54:57Z</dcterms:modified>
</cp:coreProperties>
</file>